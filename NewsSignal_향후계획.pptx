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향후계획 — 기대 효과 및 향후 발전 방향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29768" y="67665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구현(수집·분석 분리 · 종목 상세 모달 · 섹터 매핑 정제 · 기간 필터 · KIS 자가치유) 기준 재정리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987552"/>
            <a:ext cx="3931920" cy="365760"/>
          </a:xfrm>
          <a:prstGeom prst="rect">
            <a:avLst/>
          </a:prstGeom>
          <a:solidFill>
            <a:srgbClr val="00376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기대효과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800600" y="987552"/>
            <a:ext cx="3931920" cy="36576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발전 방향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9768" y="1517904"/>
            <a:ext cx="274320" cy="274320"/>
          </a:xfrm>
          <a:prstGeom prst="ellipse">
            <a:avLst/>
          </a:prstGeom>
          <a:solidFill>
            <a:srgbClr val="0070C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48132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효율 향상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71907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반복적인 뉴스·시황 확인 시간 절감, 호재·악재 자동 분류·요약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768" y="2093976"/>
            <a:ext cx="274320" cy="274320"/>
          </a:xfrm>
          <a:prstGeom prst="ellipse">
            <a:avLst/>
          </a:prstGeom>
          <a:solidFill>
            <a:srgbClr val="0070C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05740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분석 역량 강화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29514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비정형 분석 + 실시간 API(KIS·DART) 연동, 파이프라인 설계 경험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9768" y="2670048"/>
            <a:ext cx="274320" cy="274320"/>
          </a:xfrm>
          <a:prstGeom prst="ellipse">
            <a:avLst/>
          </a:prstGeom>
          <a:solidFill>
            <a:srgbClr val="0070C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63347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프로젝트 활용성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287121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 스터디·시장 모니터링·리서치·종목 발굴에 즉시 활용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9768" y="3246120"/>
            <a:ext cx="274320" cy="274320"/>
          </a:xfrm>
          <a:prstGeom prst="ellipse">
            <a:avLst/>
          </a:prstGeom>
          <a:solidFill>
            <a:srgbClr val="0070C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320954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 의사결정 지원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344728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호재·악재·영향도 점수와 섹터 시그널로 판단 근거 제공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29768" y="3822192"/>
            <a:ext cx="274320" cy="274320"/>
          </a:xfrm>
          <a:prstGeom prst="ellipse">
            <a:avLst/>
          </a:prstGeom>
          <a:solidFill>
            <a:srgbClr val="0070C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378561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비용 효율화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402336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 그룹 대표 1건만 분석·전파 + 경량 모델·캐싱으로 운영비 절감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29768" y="4398264"/>
            <a:ext cx="274320" cy="274320"/>
          </a:xfrm>
          <a:prstGeom prst="ellipse">
            <a:avLst/>
          </a:prstGeom>
          <a:solidFill>
            <a:srgbClr val="0070C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436168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확장성·재사용성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459943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수집–분석–표출 모듈 분리로 부동산·원자재 등 타 도메인 확장 용이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18888" y="1481328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376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37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품질 고도화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46320" y="181965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유사도: 제목 Jaccard → 임베딩·TF-IDF (의미 기반 그룹화)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호재·악재: few-shot 채점 루브릭으로 점수 일관성 향상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모델: 경량+상위 2단계 하이브리드, 저신뢰 건 재분석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18888" y="2350008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376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37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정확도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46320" y="268833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섹터·종목 매핑 큐레이션 마스터 + 관리자 CRUD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누락 지표(목표가·배당) 외부 소스 연동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섹터 태그 단일 소스 정규화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18888" y="3218688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376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37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알림·자동화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46320" y="355701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분석 자동 스케줄(한도 가드·재시도) + 신선도 표시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관심 종목 급변·영향도 임계 시 메일·푸시 알림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일·주 요약 리포트 자동 발송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18888" y="4087368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376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37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개인화·운영·확장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46320" y="442569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로그인 + 관심 키워드/종목 관리·개인화 대시보드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API 키 외부화·CI/CD·스케줄러 모니터링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종목별 호재/악재 타임라인·신호 기반 백테스트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2026-06-17T01:17:03Z</dcterms:created>
  <dcterms:modified xsi:type="dcterms:W3CDTF">2026-06-17T01:17:03Z</dcterms:modified>
</cp:coreProperties>
</file>