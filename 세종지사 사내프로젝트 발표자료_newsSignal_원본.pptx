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sldIdLst>
    <p:sldId id="267" r:id="rId2"/>
    <p:sldId id="258" r:id="rId3"/>
    <p:sldId id="271" r:id="rId4"/>
    <p:sldId id="272" r:id="rId5"/>
    <p:sldId id="270" r:id="rId6"/>
    <p:sldId id="269" r:id="rId7"/>
    <p:sldId id="257" r:id="rId8"/>
    <p:sldId id="259" r:id="rId9"/>
    <p:sldId id="260" r:id="rId10"/>
    <p:sldId id="261" r:id="rId11"/>
    <p:sldId id="262" r:id="rId12"/>
    <p:sldId id="263" r:id="rId13"/>
    <p:sldId id="265" r:id="rId14"/>
    <p:sldId id="266" r:id="rId15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90E2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6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8825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32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3840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4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9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66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40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67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61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12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56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C22C508-419B-4A16-A624-CDC4B5A18082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96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그룹 91">
            <a:extLst>
              <a:ext uri="{FF2B5EF4-FFF2-40B4-BE49-F238E27FC236}">
                <a16:creationId xmlns:a16="http://schemas.microsoft.com/office/drawing/2014/main" id="{D81BEB5D-65DB-4999-86E9-00F952D4A8BE}"/>
              </a:ext>
            </a:extLst>
          </p:cNvPr>
          <p:cNvGrpSpPr/>
          <p:nvPr/>
        </p:nvGrpSpPr>
        <p:grpSpPr>
          <a:xfrm>
            <a:off x="1011715" y="1624334"/>
            <a:ext cx="3606955" cy="599826"/>
            <a:chOff x="324110" y="326612"/>
            <a:chExt cx="3606955" cy="599826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C89DA7C-5DDD-4B74-B786-63130F1B2172}"/>
                </a:ext>
              </a:extLst>
            </p:cNvPr>
            <p:cNvSpPr/>
            <p:nvPr userDrawn="1"/>
          </p:nvSpPr>
          <p:spPr>
            <a:xfrm>
              <a:off x="324110" y="526328"/>
              <a:ext cx="281116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20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CONTENTS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7FABB9F-6CA2-45F0-96BE-2AD479A94F4E}"/>
                </a:ext>
              </a:extLst>
            </p:cNvPr>
            <p:cNvSpPr/>
            <p:nvPr userDrawn="1"/>
          </p:nvSpPr>
          <p:spPr>
            <a:xfrm>
              <a:off x="347319" y="326612"/>
              <a:ext cx="358374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2026</a:t>
              </a:r>
              <a:r>
                <a:rPr lang="ko-KR" altLang="en-US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년 상반기 세종지사 사내프로젝트 발표</a:t>
              </a:r>
              <a:endParaRPr lang="en-US" altLang="ko-KR" sz="900" dirty="0">
                <a:ln w="3175">
                  <a:solidFill>
                    <a:schemeClr val="bg1">
                      <a:alpha val="20000"/>
                    </a:schemeClr>
                  </a:solidFill>
                </a:ln>
                <a:latin typeface="페이퍼로지 3 Light" pitchFamily="2" charset="-127"/>
                <a:ea typeface="페이퍼로지 3 Light" pitchFamily="2" charset="-127"/>
              </a:endParaRPr>
            </a:p>
          </p:txBody>
        </p: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FF61AEB-20FA-4E3E-A5D0-8E792EC19DB8}"/>
              </a:ext>
            </a:extLst>
          </p:cNvPr>
          <p:cNvSpPr/>
          <p:nvPr/>
        </p:nvSpPr>
        <p:spPr>
          <a:xfrm>
            <a:off x="2325999" y="3360863"/>
            <a:ext cx="1772601" cy="175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프로젝트 개요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시스템 아키텍처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핵심 기능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보안 </a:t>
            </a: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&amp; </a:t>
            </a: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운영 정책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향후 보완 사항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F7BE38B-5BF2-449D-8490-9C90A1CFB7EF}"/>
              </a:ext>
            </a:extLst>
          </p:cNvPr>
          <p:cNvSpPr/>
          <p:nvPr/>
        </p:nvSpPr>
        <p:spPr>
          <a:xfrm>
            <a:off x="2283252" y="2469346"/>
            <a:ext cx="5423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 err="1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NewsSignal</a:t>
            </a:r>
            <a:endParaRPr lang="en-US" altLang="ko-KR" sz="3600" dirty="0">
              <a:ln w="3175">
                <a:noFill/>
              </a:ln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2C549E2-DC3A-4D8A-9846-B247090A1692}"/>
              </a:ext>
            </a:extLst>
          </p:cNvPr>
          <p:cNvSpPr/>
          <p:nvPr/>
        </p:nvSpPr>
        <p:spPr>
          <a:xfrm>
            <a:off x="1316770" y="2423876"/>
            <a:ext cx="1009229" cy="76944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44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Ⅳ</a:t>
            </a:r>
          </a:p>
        </p:txBody>
      </p:sp>
    </p:spTree>
    <p:extLst>
      <p:ext uri="{BB962C8B-B14F-4D97-AF65-F5344CB8AC3E}">
        <p14:creationId xmlns:p14="http://schemas.microsoft.com/office/powerpoint/2010/main" val="66308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81F8EA69-1F90-4954-9C75-C1E6F4771776}"/>
              </a:ext>
            </a:extLst>
          </p:cNvPr>
          <p:cNvGrpSpPr/>
          <p:nvPr/>
        </p:nvGrpSpPr>
        <p:grpSpPr>
          <a:xfrm>
            <a:off x="7259481" y="1042875"/>
            <a:ext cx="3761065" cy="338214"/>
            <a:chOff x="6889757" y="1042875"/>
            <a:chExt cx="2825744" cy="338214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86127120-E283-4B12-AF48-FE3DB7296CA5}"/>
                </a:ext>
              </a:extLst>
            </p:cNvPr>
            <p:cNvCxnSpPr>
              <a:cxnSpLocks/>
            </p:cNvCxnSpPr>
            <p:nvPr/>
          </p:nvCxnSpPr>
          <p:spPr>
            <a:xfrm>
              <a:off x="6889757" y="1203530"/>
              <a:ext cx="2825744" cy="0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B6998616-76E8-402A-A55F-C96F768BC723}"/>
                </a:ext>
              </a:extLst>
            </p:cNvPr>
            <p:cNvSpPr/>
            <p:nvPr/>
          </p:nvSpPr>
          <p:spPr>
            <a:xfrm>
              <a:off x="7330583" y="1042875"/>
              <a:ext cx="1951476" cy="338214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배경 및 필요성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B79A79C-DD8E-4E1E-9827-D8D723D8F648}"/>
                </a:ext>
              </a:extLst>
            </p:cNvPr>
            <p:cNvCxnSpPr>
              <a:cxnSpLocks/>
              <a:stCxn id="33" idx="0"/>
              <a:endCxn id="33" idx="3"/>
            </p:cNvCxnSpPr>
            <p:nvPr/>
          </p:nvCxnSpPr>
          <p:spPr>
            <a:xfrm>
              <a:off x="7330583" y="1042875"/>
              <a:ext cx="0" cy="338214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58938278-26AE-4346-9329-F1616E15BD72}"/>
                </a:ext>
              </a:extLst>
            </p:cNvPr>
            <p:cNvCxnSpPr>
              <a:cxnSpLocks/>
              <a:stCxn id="33" idx="1"/>
              <a:endCxn id="33" idx="2"/>
            </p:cNvCxnSpPr>
            <p:nvPr/>
          </p:nvCxnSpPr>
          <p:spPr>
            <a:xfrm>
              <a:off x="9282059" y="1042875"/>
              <a:ext cx="0" cy="338214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5918B05-5A26-4517-B6BF-90C8295E7F62}"/>
              </a:ext>
            </a:extLst>
          </p:cNvPr>
          <p:cNvSpPr/>
          <p:nvPr/>
        </p:nvSpPr>
        <p:spPr>
          <a:xfrm>
            <a:off x="7263260" y="1916086"/>
            <a:ext cx="3757035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수집된 뉴스를 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AI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가 실시간으로 분석하여 호재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(Good),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악재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중립과 영향도 점수를 제공하여 투자의 직관적인 의사결정을 돕는다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2987F5F-4669-4217-A899-94272853AA0C}"/>
              </a:ext>
            </a:extLst>
          </p:cNvPr>
          <p:cNvSpPr/>
          <p:nvPr/>
        </p:nvSpPr>
        <p:spPr>
          <a:xfrm>
            <a:off x="7262503" y="3490687"/>
            <a:ext cx="3757035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수집된 뉴스에 대해 유사도 분석을 통해 중복되거나 유사한 뉴스를 대표 뉴스 한 건으로 그룹화 하여 대표 뉴스 한 건을 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AI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로 분석하여 유지보수 비용을 줄인다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.</a:t>
            </a:r>
            <a:endParaRPr lang="ko-KR" altLang="en-US" sz="1200" dirty="0">
              <a:ln w="952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프리젠테이션 5 Medium" pitchFamily="2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6739339-287B-4690-957B-504EBA51D670}"/>
              </a:ext>
            </a:extLst>
          </p:cNvPr>
          <p:cNvSpPr/>
          <p:nvPr/>
        </p:nvSpPr>
        <p:spPr>
          <a:xfrm>
            <a:off x="7262503" y="5069116"/>
            <a:ext cx="3757035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대표뉴스가 어느 산업 섹터에 영향을 미치고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그 섹터에 대한 구체적인 개별 종목 상세를 제공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E24128-CC64-4D69-85FF-ACF6518961EC}"/>
              </a:ext>
            </a:extLst>
          </p:cNvPr>
          <p:cNvSpPr/>
          <p:nvPr/>
        </p:nvSpPr>
        <p:spPr>
          <a:xfrm>
            <a:off x="401181" y="1433144"/>
            <a:ext cx="641551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+mn-cs"/>
              </a:rPr>
              <a:t>2026년 6월 8일 ~ 2026년 </a:t>
            </a:r>
            <a:r>
              <a:rPr lang="en-US" altLang="ko-KR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6</a:t>
            </a:r>
            <a:r>
              <a:rPr lang="ko-KR" altLang="en-US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월 </a:t>
            </a:r>
            <a:r>
              <a:rPr lang="en-US" altLang="ko-KR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16</a:t>
            </a:r>
            <a:r>
              <a:rPr lang="ko-KR" altLang="en-US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2DC823F-44A1-42E2-92FA-FD1882C5A313}"/>
              </a:ext>
            </a:extLst>
          </p:cNvPr>
          <p:cNvCxnSpPr>
            <a:cxnSpLocks/>
          </p:cNvCxnSpPr>
          <p:nvPr/>
        </p:nvCxnSpPr>
        <p:spPr>
          <a:xfrm>
            <a:off x="401181" y="1192768"/>
            <a:ext cx="6415520" cy="0"/>
          </a:xfrm>
          <a:prstGeom prst="line">
            <a:avLst/>
          </a:prstGeom>
          <a:ln w="3175">
            <a:solidFill>
              <a:schemeClr val="tx2"/>
            </a:solidFill>
            <a:prstDash val="lgDash"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5F8F4277-85CC-4987-B40B-F63A32A41F5B}"/>
              </a:ext>
            </a:extLst>
          </p:cNvPr>
          <p:cNvSpPr/>
          <p:nvPr/>
        </p:nvSpPr>
        <p:spPr>
          <a:xfrm>
            <a:off x="2835430" y="1060721"/>
            <a:ext cx="1552897" cy="277987"/>
          </a:xfrm>
          <a:custGeom>
            <a:avLst/>
            <a:gdLst>
              <a:gd name="connsiteX0" fmla="*/ 0 w 1267455"/>
              <a:gd name="connsiteY0" fmla="*/ 0 h 553998"/>
              <a:gd name="connsiteX1" fmla="*/ 1267455 w 1267455"/>
              <a:gd name="connsiteY1" fmla="*/ 0 h 553998"/>
              <a:gd name="connsiteX2" fmla="*/ 1267455 w 1267455"/>
              <a:gd name="connsiteY2" fmla="*/ 553998 h 553998"/>
              <a:gd name="connsiteX3" fmla="*/ 0 w 1267455"/>
              <a:gd name="connsiteY3" fmla="*/ 553998 h 55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7455" h="553998">
                <a:moveTo>
                  <a:pt x="0" y="0"/>
                </a:moveTo>
                <a:lnTo>
                  <a:pt x="1267455" y="0"/>
                </a:lnTo>
                <a:lnTo>
                  <a:pt x="1267455" y="553998"/>
                </a:lnTo>
                <a:lnTo>
                  <a:pt x="0" y="553998"/>
                </a:lnTo>
                <a:close/>
              </a:path>
            </a:pathLst>
          </a:custGeom>
          <a:solidFill>
            <a:schemeClr val="bg1"/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기간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874E98D-411F-4556-8836-C6408259FF6F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2835430" y="1060721"/>
            <a:ext cx="0" cy="277987"/>
          </a:xfrm>
          <a:prstGeom prst="line">
            <a:avLst/>
          </a:prstGeom>
          <a:ln w="3175">
            <a:solidFill>
              <a:schemeClr val="tx2"/>
            </a:solidFill>
            <a:prstDash val="lg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3806553-F43C-4E37-A270-448AA6B24466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>
            <a:off x="4388328" y="1060721"/>
            <a:ext cx="0" cy="277987"/>
          </a:xfrm>
          <a:prstGeom prst="line">
            <a:avLst/>
          </a:prstGeom>
          <a:ln w="3175">
            <a:solidFill>
              <a:schemeClr val="tx2"/>
            </a:solidFill>
            <a:prstDash val="lg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BB09930B-D817-4E1A-BB53-30E00A46D770}"/>
              </a:ext>
            </a:extLst>
          </p:cNvPr>
          <p:cNvGrpSpPr/>
          <p:nvPr/>
        </p:nvGrpSpPr>
        <p:grpSpPr>
          <a:xfrm>
            <a:off x="401181" y="2101327"/>
            <a:ext cx="6415520" cy="277987"/>
            <a:chOff x="286830" y="1633856"/>
            <a:chExt cx="6285420" cy="277987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FEFD277-A7F4-4C04-A023-E741207B9AFA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0" y="1765903"/>
              <a:ext cx="6285420" cy="0"/>
            </a:xfrm>
            <a:prstGeom prst="line">
              <a:avLst/>
            </a:prstGeom>
            <a:ln w="3175">
              <a:solidFill>
                <a:schemeClr val="accent1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30E25DDC-A574-4A57-9441-75A885AD1499}"/>
                </a:ext>
              </a:extLst>
            </p:cNvPr>
            <p:cNvSpPr/>
            <p:nvPr/>
          </p:nvSpPr>
          <p:spPr>
            <a:xfrm>
              <a:off x="2671715" y="1633856"/>
              <a:ext cx="1521406" cy="277987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사업 목적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DAA8BFF-7313-4EBB-9BB4-621923FBAFD2}"/>
                </a:ext>
              </a:extLst>
            </p:cNvPr>
            <p:cNvCxnSpPr>
              <a:cxnSpLocks/>
              <a:stCxn id="11" idx="0"/>
              <a:endCxn id="11" idx="3"/>
            </p:cNvCxnSpPr>
            <p:nvPr/>
          </p:nvCxnSpPr>
          <p:spPr>
            <a:xfrm>
              <a:off x="2671715" y="1633856"/>
              <a:ext cx="0" cy="277987"/>
            </a:xfrm>
            <a:prstGeom prst="line">
              <a:avLst/>
            </a:prstGeom>
            <a:ln w="3175">
              <a:solidFill>
                <a:schemeClr val="accent1">
                  <a:lumMod val="50000"/>
                </a:schemeClr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A467CD0-D419-422B-9DA7-F7CCC8F9AFFE}"/>
                </a:ext>
              </a:extLst>
            </p:cNvPr>
            <p:cNvCxnSpPr>
              <a:cxnSpLocks/>
              <a:stCxn id="11" idx="1"/>
              <a:endCxn id="11" idx="2"/>
            </p:cNvCxnSpPr>
            <p:nvPr/>
          </p:nvCxnSpPr>
          <p:spPr>
            <a:xfrm>
              <a:off x="4193122" y="1633856"/>
              <a:ext cx="0" cy="277987"/>
            </a:xfrm>
            <a:prstGeom prst="line">
              <a:avLst/>
            </a:prstGeom>
            <a:ln w="3175">
              <a:solidFill>
                <a:schemeClr val="accent1">
                  <a:lumMod val="50000"/>
                </a:schemeClr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8C86948-CE60-4979-9660-85B00E437185}"/>
              </a:ext>
            </a:extLst>
          </p:cNvPr>
          <p:cNvGrpSpPr/>
          <p:nvPr/>
        </p:nvGrpSpPr>
        <p:grpSpPr>
          <a:xfrm>
            <a:off x="466231" y="2593370"/>
            <a:ext cx="6285420" cy="945723"/>
            <a:chOff x="547410" y="3631458"/>
            <a:chExt cx="5405809" cy="126567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F0CF058-80C3-41DB-A1A9-F0D47946979B}"/>
                </a:ext>
              </a:extLst>
            </p:cNvPr>
            <p:cNvSpPr/>
            <p:nvPr/>
          </p:nvSpPr>
          <p:spPr>
            <a:xfrm>
              <a:off x="547410" y="3631458"/>
              <a:ext cx="5405809" cy="1265678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132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+mn-cs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139D8706-B459-43BD-8F3D-D0B0EACE220F}"/>
                </a:ext>
              </a:extLst>
            </p:cNvPr>
            <p:cNvSpPr/>
            <p:nvPr/>
          </p:nvSpPr>
          <p:spPr>
            <a:xfrm>
              <a:off x="615951" y="3721117"/>
              <a:ext cx="5268726" cy="1086359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프리젠테이션 5 Medium" pitchFamily="2" charset="-127"/>
                  <a:ea typeface="프리젠테이션 5 Medium" pitchFamily="2" charset="-127"/>
                  <a:cs typeface="+mn-cs"/>
                </a:rPr>
                <a:t>통합 시스템 최적화 및 고품질 유지관리를 통한</a:t>
              </a:r>
              <a:b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프리젠테이션 5 Medium" pitchFamily="2" charset="-127"/>
                  <a:ea typeface="프리젠테이션 5 Medium" pitchFamily="2" charset="-127"/>
                  <a:cs typeface="+mn-cs"/>
                </a:rPr>
              </a:br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중단 없는 안정적 서비스 운영</a:t>
              </a: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  <a:cs typeface="+mn-cs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83831FD-6190-4628-8598-21440F546ECB}"/>
              </a:ext>
            </a:extLst>
          </p:cNvPr>
          <p:cNvGrpSpPr/>
          <p:nvPr/>
        </p:nvGrpSpPr>
        <p:grpSpPr>
          <a:xfrm>
            <a:off x="401181" y="3854862"/>
            <a:ext cx="6415520" cy="277987"/>
            <a:chOff x="320600" y="3902813"/>
            <a:chExt cx="6285420" cy="277987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EEC2E7C-BC8F-47D3-8576-AF7D87C49CA8}"/>
                </a:ext>
              </a:extLst>
            </p:cNvPr>
            <p:cNvCxnSpPr>
              <a:cxnSpLocks/>
            </p:cNvCxnSpPr>
            <p:nvPr/>
          </p:nvCxnSpPr>
          <p:spPr>
            <a:xfrm>
              <a:off x="320600" y="4034860"/>
              <a:ext cx="6285420" cy="0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4128CB1E-101F-49A8-AB56-E084A08EB069}"/>
                </a:ext>
              </a:extLst>
            </p:cNvPr>
            <p:cNvSpPr/>
            <p:nvPr/>
          </p:nvSpPr>
          <p:spPr>
            <a:xfrm>
              <a:off x="2705485" y="3902813"/>
              <a:ext cx="1521406" cy="277987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목표</a:t>
              </a: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E354F0D-EBE5-40B8-B770-1B312957B713}"/>
                </a:ext>
              </a:extLst>
            </p:cNvPr>
            <p:cNvCxnSpPr>
              <a:cxnSpLocks/>
              <a:stCxn id="19" idx="0"/>
              <a:endCxn id="19" idx="3"/>
            </p:cNvCxnSpPr>
            <p:nvPr/>
          </p:nvCxnSpPr>
          <p:spPr>
            <a:xfrm>
              <a:off x="2705485" y="3902813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52426E2-7473-4161-95B3-68DB9550AC93}"/>
                </a:ext>
              </a:extLst>
            </p:cNvPr>
            <p:cNvCxnSpPr>
              <a:cxnSpLocks/>
              <a:stCxn id="19" idx="1"/>
              <a:endCxn id="19" idx="2"/>
            </p:cNvCxnSpPr>
            <p:nvPr/>
          </p:nvCxnSpPr>
          <p:spPr>
            <a:xfrm>
              <a:off x="4226892" y="3902813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6F2E86-6D7D-409B-9B7C-C64D46DB1469}"/>
              </a:ext>
            </a:extLst>
          </p:cNvPr>
          <p:cNvGrpSpPr/>
          <p:nvPr/>
        </p:nvGrpSpPr>
        <p:grpSpPr>
          <a:xfrm>
            <a:off x="401181" y="2101327"/>
            <a:ext cx="6415520" cy="277987"/>
            <a:chOff x="286830" y="1633856"/>
            <a:chExt cx="6285420" cy="277987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121E62A-EA09-45E7-8C04-22C16CDFF6A3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0" y="1765903"/>
              <a:ext cx="6285420" cy="0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0039FEF2-9736-4C0D-B610-751F45D214EB}"/>
                </a:ext>
              </a:extLst>
            </p:cNvPr>
            <p:cNvSpPr/>
            <p:nvPr/>
          </p:nvSpPr>
          <p:spPr>
            <a:xfrm>
              <a:off x="2671715" y="1633856"/>
              <a:ext cx="1521406" cy="277987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목적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7E6707F-7E92-4F97-8604-F7620223B8F2}"/>
                </a:ext>
              </a:extLst>
            </p:cNvPr>
            <p:cNvCxnSpPr>
              <a:cxnSpLocks/>
              <a:stCxn id="24" idx="0"/>
              <a:endCxn id="24" idx="3"/>
            </p:cNvCxnSpPr>
            <p:nvPr/>
          </p:nvCxnSpPr>
          <p:spPr>
            <a:xfrm>
              <a:off x="2671715" y="1633856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84B18696-D3DC-4C84-A383-BBCCDED6E6CF}"/>
                </a:ext>
              </a:extLst>
            </p:cNvPr>
            <p:cNvCxnSpPr>
              <a:cxnSpLocks/>
              <a:stCxn id="24" idx="1"/>
              <a:endCxn id="24" idx="2"/>
            </p:cNvCxnSpPr>
            <p:nvPr/>
          </p:nvCxnSpPr>
          <p:spPr>
            <a:xfrm>
              <a:off x="4193122" y="1633856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9160FB5-FF09-4FC2-B953-F7B6BF59858C}"/>
              </a:ext>
            </a:extLst>
          </p:cNvPr>
          <p:cNvGrpSpPr/>
          <p:nvPr/>
        </p:nvGrpSpPr>
        <p:grpSpPr>
          <a:xfrm>
            <a:off x="466231" y="2593370"/>
            <a:ext cx="6285420" cy="945723"/>
            <a:chOff x="547410" y="3631458"/>
            <a:chExt cx="5405809" cy="1265678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97495091-4B06-40BE-8250-8CFB043A1A52}"/>
                </a:ext>
              </a:extLst>
            </p:cNvPr>
            <p:cNvSpPr/>
            <p:nvPr/>
          </p:nvSpPr>
          <p:spPr>
            <a:xfrm>
              <a:off x="547410" y="3631458"/>
              <a:ext cx="5405809" cy="1265678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132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+mn-cs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E2A254E5-1EBC-4714-9497-BAA36107F654}"/>
                </a:ext>
              </a:extLst>
            </p:cNvPr>
            <p:cNvSpPr/>
            <p:nvPr/>
          </p:nvSpPr>
          <p:spPr>
            <a:xfrm>
              <a:off x="615951" y="3721117"/>
              <a:ext cx="5268726" cy="1086359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뉴스 기반 주식 호재</a:t>
              </a:r>
              <a:r>
                <a:rPr lang="en-US" altLang="ko-KR" sz="1400" dirty="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악재 분석 대시보드</a:t>
              </a:r>
              <a:b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프리젠테이션 5 Medium" pitchFamily="2" charset="-127"/>
                  <a:ea typeface="프리젠테이션 5 Medium" pitchFamily="2" charset="-127"/>
                  <a:cs typeface="+mn-cs"/>
                </a:rPr>
              </a:br>
              <a:r>
                <a:rPr lang="en-US" altLang="ko-KR" sz="2000" dirty="0" err="1">
                  <a:solidFill>
                    <a:schemeClr val="tx1"/>
                  </a:solidFill>
                  <a:latin typeface="프리젠테이션 7 Bold" pitchFamily="2" charset="-127"/>
                  <a:ea typeface="프리젠테이션 7 Bold" pitchFamily="2" charset="-127"/>
                </a:rPr>
                <a:t>NewsSignal</a:t>
              </a:r>
              <a:r>
                <a:rPr lang="en-US" altLang="ko-KR" sz="2000" dirty="0">
                  <a:solidFill>
                    <a:schemeClr val="tx1"/>
                  </a:solidFill>
                  <a:latin typeface="프리젠테이션 7 Bold" pitchFamily="2" charset="-127"/>
                  <a:ea typeface="프리젠테이션 7 Bold" pitchFamily="2" charset="-127"/>
                </a:rPr>
                <a:t> AI</a:t>
              </a: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772FB28-66C6-49D8-AC55-E739996908C7}"/>
              </a:ext>
            </a:extLst>
          </p:cNvPr>
          <p:cNvSpPr txBox="1"/>
          <p:nvPr/>
        </p:nvSpPr>
        <p:spPr>
          <a:xfrm>
            <a:off x="1297390" y="4186237"/>
            <a:ext cx="46230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빠른 뉴스 분석 및 주식 종목에 미치는 영향 파악 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0B8A253-D021-4530-BAA1-3CA2A18D95C8}"/>
              </a:ext>
            </a:extLst>
          </p:cNvPr>
          <p:cNvSpPr/>
          <p:nvPr/>
        </p:nvSpPr>
        <p:spPr>
          <a:xfrm>
            <a:off x="402695" y="5069116"/>
            <a:ext cx="2822716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네이버 뉴스 검색 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API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기반 금융관련 뉴스 수집</a:t>
            </a:r>
            <a:endParaRPr lang="en-US" altLang="ko-KR" sz="1200" dirty="0">
              <a:ln w="952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프리젠테이션 5 Medium" pitchFamily="2" charset="-127"/>
            </a:endParaRPr>
          </a:p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뉴스 유사도 측정하여 기사 그룹화로 중복 제거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FE2F212-05AA-4C2E-96F7-BF4BB3429AFC}"/>
              </a:ext>
            </a:extLst>
          </p:cNvPr>
          <p:cNvSpPr/>
          <p:nvPr/>
        </p:nvSpPr>
        <p:spPr>
          <a:xfrm>
            <a:off x="3993982" y="5069116"/>
            <a:ext cx="2822716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뉴스 요약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시장영향도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관련 섹터 분류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호재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,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악재 자동 분석</a:t>
            </a:r>
            <a:endParaRPr lang="en-US" altLang="ko-KR" sz="1200" dirty="0">
              <a:ln w="952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프리젠테이션 5 Medium" pitchFamily="2" charset="-127"/>
            </a:endParaRPr>
          </a:p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KIS(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한국투자증권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), DART(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금융감독원 전자공시시스템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) API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연계하여 정보 제공</a:t>
            </a:r>
          </a:p>
        </p:txBody>
      </p:sp>
      <p:sp>
        <p:nvSpPr>
          <p:cNvPr id="85" name="사각형: 둥근 위쪽 모서리 84">
            <a:extLst>
              <a:ext uri="{FF2B5EF4-FFF2-40B4-BE49-F238E27FC236}">
                <a16:creationId xmlns:a16="http://schemas.microsoft.com/office/drawing/2014/main" id="{54F674D8-1B88-418E-BDFC-AB6EF070DA6D}"/>
              </a:ext>
            </a:extLst>
          </p:cNvPr>
          <p:cNvSpPr/>
          <p:nvPr/>
        </p:nvSpPr>
        <p:spPr>
          <a:xfrm>
            <a:off x="7259481" y="1575139"/>
            <a:ext cx="376005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직관적 시그널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6" name="사각형: 둥근 위쪽 모서리 85">
            <a:extLst>
              <a:ext uri="{FF2B5EF4-FFF2-40B4-BE49-F238E27FC236}">
                <a16:creationId xmlns:a16="http://schemas.microsoft.com/office/drawing/2014/main" id="{D1AD4545-FE83-4DBA-B366-E77D3E921FC7}"/>
              </a:ext>
            </a:extLst>
          </p:cNvPr>
          <p:cNvSpPr/>
          <p:nvPr/>
        </p:nvSpPr>
        <p:spPr>
          <a:xfrm>
            <a:off x="7259481" y="3152841"/>
            <a:ext cx="376005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중복 뉴스 그룹화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7" name="사각형: 둥근 위쪽 모서리 86">
            <a:extLst>
              <a:ext uri="{FF2B5EF4-FFF2-40B4-BE49-F238E27FC236}">
                <a16:creationId xmlns:a16="http://schemas.microsoft.com/office/drawing/2014/main" id="{E87978DE-8653-470E-B4DC-51F9CFE18C23}"/>
              </a:ext>
            </a:extLst>
          </p:cNvPr>
          <p:cNvSpPr/>
          <p:nvPr/>
        </p:nvSpPr>
        <p:spPr>
          <a:xfrm>
            <a:off x="7259481" y="4730543"/>
            <a:ext cx="376005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뉴스 중심의 주요 섹터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8" name="사각형: 둥근 위쪽 모서리 87">
            <a:extLst>
              <a:ext uri="{FF2B5EF4-FFF2-40B4-BE49-F238E27FC236}">
                <a16:creationId xmlns:a16="http://schemas.microsoft.com/office/drawing/2014/main" id="{83C67B79-DEEE-4053-93E8-91F9BDB71C69}"/>
              </a:ext>
            </a:extLst>
          </p:cNvPr>
          <p:cNvSpPr/>
          <p:nvPr/>
        </p:nvSpPr>
        <p:spPr>
          <a:xfrm>
            <a:off x="3993982" y="4730543"/>
            <a:ext cx="282271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뉴스와 주식종목 연계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9" name="사각형: 둥근 위쪽 모서리 88">
            <a:extLst>
              <a:ext uri="{FF2B5EF4-FFF2-40B4-BE49-F238E27FC236}">
                <a16:creationId xmlns:a16="http://schemas.microsoft.com/office/drawing/2014/main" id="{AC9C5BA6-8419-4FA4-A378-250EB36ECEE9}"/>
              </a:ext>
            </a:extLst>
          </p:cNvPr>
          <p:cNvSpPr/>
          <p:nvPr/>
        </p:nvSpPr>
        <p:spPr>
          <a:xfrm>
            <a:off x="401181" y="4730543"/>
            <a:ext cx="282271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빠른 뉴스 분석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1.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211934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2.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시스템 아키텍처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D0153A5-4697-4744-9D30-2729279BBCF7}"/>
              </a:ext>
            </a:extLst>
          </p:cNvPr>
          <p:cNvGrpSpPr/>
          <p:nvPr/>
        </p:nvGrpSpPr>
        <p:grpSpPr>
          <a:xfrm>
            <a:off x="822397" y="871963"/>
            <a:ext cx="2966704" cy="5855204"/>
            <a:chOff x="458841" y="1579245"/>
            <a:chExt cx="2451822" cy="4839012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B45920B8-4116-489F-99D9-E6FEDA0D3B70}"/>
                </a:ext>
              </a:extLst>
            </p:cNvPr>
            <p:cNvGrpSpPr/>
            <p:nvPr/>
          </p:nvGrpSpPr>
          <p:grpSpPr>
            <a:xfrm>
              <a:off x="458841" y="2022474"/>
              <a:ext cx="2451822" cy="4395783"/>
              <a:chOff x="366775" y="2631366"/>
              <a:chExt cx="2505019" cy="3656630"/>
            </a:xfrm>
            <a:solidFill>
              <a:srgbClr val="EAEAEA"/>
            </a:solidFill>
            <a:effectLst/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8BC8BB9D-CBBC-47FB-BD2E-5E9F39210D6F}"/>
                  </a:ext>
                </a:extLst>
              </p:cNvPr>
              <p:cNvSpPr txBox="1"/>
              <p:nvPr/>
            </p:nvSpPr>
            <p:spPr>
              <a:xfrm>
                <a:off x="366775" y="2631366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 hangingPunct="0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600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F2D746B-183E-48ED-8428-1CB1BB845C74}"/>
                  </a:ext>
                </a:extLst>
              </p:cNvPr>
              <p:cNvSpPr txBox="1"/>
              <p:nvPr/>
            </p:nvSpPr>
            <p:spPr>
              <a:xfrm>
                <a:off x="366775" y="3043853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8D57028-D3E5-4684-AEF9-58763CE02C82}"/>
                  </a:ext>
                </a:extLst>
              </p:cNvPr>
              <p:cNvSpPr txBox="1"/>
              <p:nvPr/>
            </p:nvSpPr>
            <p:spPr>
              <a:xfrm>
                <a:off x="366775" y="3456340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B0264B2-227B-4131-BA94-905E3754494F}"/>
                  </a:ext>
                </a:extLst>
              </p:cNvPr>
              <p:cNvSpPr txBox="1"/>
              <p:nvPr/>
            </p:nvSpPr>
            <p:spPr>
              <a:xfrm>
                <a:off x="366775" y="3868827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12349C3D-1A60-4A97-8DB0-27CEECCEA6AF}"/>
                  </a:ext>
                </a:extLst>
              </p:cNvPr>
              <p:cNvSpPr txBox="1"/>
              <p:nvPr/>
            </p:nvSpPr>
            <p:spPr>
              <a:xfrm>
                <a:off x="368576" y="4693801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0553DDBC-F537-45CB-B3D6-53891E1274D6}"/>
                  </a:ext>
                </a:extLst>
              </p:cNvPr>
              <p:cNvSpPr txBox="1"/>
              <p:nvPr/>
            </p:nvSpPr>
            <p:spPr>
              <a:xfrm>
                <a:off x="366775" y="4281314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1AD7B6FB-E945-4039-AABC-AC6DFC45718D}"/>
                  </a:ext>
                </a:extLst>
              </p:cNvPr>
              <p:cNvSpPr txBox="1"/>
              <p:nvPr/>
            </p:nvSpPr>
            <p:spPr>
              <a:xfrm>
                <a:off x="366775" y="5518775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D2E7190-B7EB-4197-A53B-7CB403787F58}"/>
                  </a:ext>
                </a:extLst>
              </p:cNvPr>
              <p:cNvSpPr txBox="1"/>
              <p:nvPr/>
            </p:nvSpPr>
            <p:spPr>
              <a:xfrm>
                <a:off x="366775" y="5931262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5DE3230-199A-4FF4-9565-969812D99358}"/>
                  </a:ext>
                </a:extLst>
              </p:cNvPr>
              <p:cNvSpPr txBox="1"/>
              <p:nvPr/>
            </p:nvSpPr>
            <p:spPr>
              <a:xfrm>
                <a:off x="368576" y="5106288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BF023E2-DB64-43C5-A19B-EAF33D433175}"/>
                </a:ext>
              </a:extLst>
            </p:cNvPr>
            <p:cNvSpPr txBox="1"/>
            <p:nvPr/>
          </p:nvSpPr>
          <p:spPr>
            <a:xfrm>
              <a:off x="1527765" y="1722675"/>
              <a:ext cx="313977" cy="2034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>
                <a:spcAft>
                  <a:spcPts val="300"/>
                </a:spcAft>
                <a:defRPr sz="1200">
                  <a:ln>
                    <a:solidFill>
                      <a:srgbClr val="7030A0">
                        <a:alpha val="0"/>
                      </a:srgbClr>
                    </a:solidFill>
                  </a:ln>
                  <a:solidFill>
                    <a:srgbClr val="141E27"/>
                  </a:solidFill>
                  <a:latin typeface="210 옴니고딕 040" panose="02020603020101020101" pitchFamily="18" charset="-127"/>
                  <a:ea typeface="210 옴니고딕 040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???</a:t>
              </a:r>
              <a:endParaRPr lang="ko-KR" altLang="en-US" sz="1600" spc="-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47" name="자유형: 도형 146">
              <a:extLst>
                <a:ext uri="{FF2B5EF4-FFF2-40B4-BE49-F238E27FC236}">
                  <a16:creationId xmlns:a16="http://schemas.microsoft.com/office/drawing/2014/main" id="{EDC94419-8034-46F1-8309-92727FD7CA09}"/>
                </a:ext>
              </a:extLst>
            </p:cNvPr>
            <p:cNvSpPr/>
            <p:nvPr/>
          </p:nvSpPr>
          <p:spPr>
            <a:xfrm>
              <a:off x="459116" y="1579245"/>
              <a:ext cx="2451273" cy="0"/>
            </a:xfrm>
            <a:custGeom>
              <a:avLst/>
              <a:gdLst>
                <a:gd name="csX0" fmla="*/ 0 w 2662237"/>
                <a:gd name="csY0" fmla="*/ 0 h 0"/>
                <a:gd name="csX1" fmla="*/ 0 w 2662237"/>
                <a:gd name="csY1" fmla="*/ 0 h 0"/>
                <a:gd name="csX2" fmla="*/ 2662237 w 2662237"/>
                <a:gd name="csY2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62237">
                  <a:moveTo>
                    <a:pt x="0" y="0"/>
                  </a:moveTo>
                  <a:lnTo>
                    <a:pt x="0" y="0"/>
                  </a:lnTo>
                  <a:lnTo>
                    <a:pt x="2662237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자유형: 도형 9">
            <a:extLst>
              <a:ext uri="{FF2B5EF4-FFF2-40B4-BE49-F238E27FC236}">
                <a16:creationId xmlns:a16="http://schemas.microsoft.com/office/drawing/2014/main" id="{059CB156-2386-40C0-BCF4-9605D7CE848C}"/>
              </a:ext>
            </a:extLst>
          </p:cNvPr>
          <p:cNvSpPr/>
          <p:nvPr/>
        </p:nvSpPr>
        <p:spPr>
          <a:xfrm flipV="1">
            <a:off x="5028585" y="2451265"/>
            <a:ext cx="4622273" cy="850583"/>
          </a:xfrm>
          <a:prstGeom prst="round1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300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b="0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9" name="자유형: 도형 9">
            <a:extLst>
              <a:ext uri="{FF2B5EF4-FFF2-40B4-BE49-F238E27FC236}">
                <a16:creationId xmlns:a16="http://schemas.microsoft.com/office/drawing/2014/main" id="{5F74BA75-BB6F-4959-926E-FA810F00E4FE}"/>
              </a:ext>
            </a:extLst>
          </p:cNvPr>
          <p:cNvSpPr/>
          <p:nvPr/>
        </p:nvSpPr>
        <p:spPr>
          <a:xfrm flipV="1">
            <a:off x="5028585" y="2451265"/>
            <a:ext cx="4622273" cy="314008"/>
          </a:xfrm>
          <a:prstGeom prst="round1Rect">
            <a:avLst>
              <a:gd name="adj" fmla="val 0"/>
            </a:avLst>
          </a:prstGeom>
          <a:solidFill>
            <a:srgbClr val="01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1006231" latinLnBrk="1"/>
            <a:endPara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443FF-597F-4BE9-83A7-8D8662E31340}"/>
              </a:ext>
            </a:extLst>
          </p:cNvPr>
          <p:cNvSpPr txBox="1"/>
          <p:nvPr/>
        </p:nvSpPr>
        <p:spPr>
          <a:xfrm>
            <a:off x="7172368" y="2505132"/>
            <a:ext cx="334707" cy="206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???</a:t>
            </a:r>
            <a:endParaRPr kumimoji="1" lang="ko-KR" altLang="en-US" sz="1400" b="0" i="0" u="none" strike="noStrike" kern="1200" cap="none" spc="-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1" name="사각형: 둥근 모서리 558" descr="d-hub 장순호">
            <a:extLst>
              <a:ext uri="{FF2B5EF4-FFF2-40B4-BE49-F238E27FC236}">
                <a16:creationId xmlns:a16="http://schemas.microsoft.com/office/drawing/2014/main" id="{9A4079A7-FA14-4B65-8928-6AD688AE65AB}"/>
              </a:ext>
            </a:extLst>
          </p:cNvPr>
          <p:cNvSpPr/>
          <p:nvPr/>
        </p:nvSpPr>
        <p:spPr>
          <a:xfrm>
            <a:off x="5101386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sp>
        <p:nvSpPr>
          <p:cNvPr id="152" name="사각형: 둥근 모서리 559" descr="d-hub 장순호">
            <a:extLst>
              <a:ext uri="{FF2B5EF4-FFF2-40B4-BE49-F238E27FC236}">
                <a16:creationId xmlns:a16="http://schemas.microsoft.com/office/drawing/2014/main" id="{64A6107B-185E-429B-8105-CA2E48FEEFD7}"/>
              </a:ext>
            </a:extLst>
          </p:cNvPr>
          <p:cNvSpPr/>
          <p:nvPr/>
        </p:nvSpPr>
        <p:spPr>
          <a:xfrm>
            <a:off x="6240479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sp>
        <p:nvSpPr>
          <p:cNvPr id="153" name="사각형: 둥근 모서리 560" descr="d-hub 장순호">
            <a:extLst>
              <a:ext uri="{FF2B5EF4-FFF2-40B4-BE49-F238E27FC236}">
                <a16:creationId xmlns:a16="http://schemas.microsoft.com/office/drawing/2014/main" id="{E68DA755-446C-49AC-82F9-2FD22B5C6901}"/>
              </a:ext>
            </a:extLst>
          </p:cNvPr>
          <p:cNvSpPr/>
          <p:nvPr/>
        </p:nvSpPr>
        <p:spPr>
          <a:xfrm>
            <a:off x="7379572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sp>
        <p:nvSpPr>
          <p:cNvPr id="154" name="사각형: 둥근 모서리 561" descr="d-hub 장순호">
            <a:extLst>
              <a:ext uri="{FF2B5EF4-FFF2-40B4-BE49-F238E27FC236}">
                <a16:creationId xmlns:a16="http://schemas.microsoft.com/office/drawing/2014/main" id="{6DC756DB-02E8-42C3-A979-98E23F9AD65D}"/>
              </a:ext>
            </a:extLst>
          </p:cNvPr>
          <p:cNvSpPr/>
          <p:nvPr/>
        </p:nvSpPr>
        <p:spPr>
          <a:xfrm>
            <a:off x="8518666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B16A6C13-5821-4D4C-8B57-7976E4B02404}"/>
              </a:ext>
            </a:extLst>
          </p:cNvPr>
          <p:cNvGrpSpPr/>
          <p:nvPr/>
        </p:nvGrpSpPr>
        <p:grpSpPr>
          <a:xfrm>
            <a:off x="8387630" y="2933682"/>
            <a:ext cx="173977" cy="173977"/>
            <a:chOff x="3595987" y="3924749"/>
            <a:chExt cx="280192" cy="280192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4F125FCD-AE10-495A-BBE4-E8E08BE68CDA}"/>
                </a:ext>
              </a:extLst>
            </p:cNvPr>
            <p:cNvSpPr/>
            <p:nvPr/>
          </p:nvSpPr>
          <p:spPr>
            <a:xfrm>
              <a:off x="3595987" y="3924749"/>
              <a:ext cx="280192" cy="2801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7" name="그래픽 156">
              <a:extLst>
                <a:ext uri="{FF2B5EF4-FFF2-40B4-BE49-F238E27FC236}">
                  <a16:creationId xmlns:a16="http://schemas.microsoft.com/office/drawing/2014/main" id="{3AF4132B-BE64-4951-84D0-62AEFB451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352" y="3939114"/>
              <a:ext cx="251460" cy="251460"/>
            </a:xfrm>
            <a:prstGeom prst="rect">
              <a:avLst/>
            </a:prstGeom>
          </p:spPr>
        </p:pic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161E2CA5-12D8-412B-977B-FC25C115C5CA}"/>
              </a:ext>
            </a:extLst>
          </p:cNvPr>
          <p:cNvGrpSpPr/>
          <p:nvPr/>
        </p:nvGrpSpPr>
        <p:grpSpPr>
          <a:xfrm>
            <a:off x="7252732" y="2933682"/>
            <a:ext cx="173977" cy="173977"/>
            <a:chOff x="3595987" y="3924749"/>
            <a:chExt cx="280192" cy="280192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ECC6B451-1009-488B-A286-26D529F267C5}"/>
                </a:ext>
              </a:extLst>
            </p:cNvPr>
            <p:cNvSpPr/>
            <p:nvPr/>
          </p:nvSpPr>
          <p:spPr>
            <a:xfrm>
              <a:off x="3595987" y="3924749"/>
              <a:ext cx="280192" cy="2801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래픽 159">
              <a:extLst>
                <a:ext uri="{FF2B5EF4-FFF2-40B4-BE49-F238E27FC236}">
                  <a16:creationId xmlns:a16="http://schemas.microsoft.com/office/drawing/2014/main" id="{95DA2210-7DF0-4D53-8B53-59ABE2FC7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352" y="3939114"/>
              <a:ext cx="251460" cy="251460"/>
            </a:xfrm>
            <a:prstGeom prst="rect">
              <a:avLst/>
            </a:prstGeom>
          </p:spPr>
        </p:pic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3EF8CDA-76C1-4BBD-8B0A-F9349A3D3036}"/>
              </a:ext>
            </a:extLst>
          </p:cNvPr>
          <p:cNvGrpSpPr/>
          <p:nvPr/>
        </p:nvGrpSpPr>
        <p:grpSpPr>
          <a:xfrm>
            <a:off x="6112571" y="2933682"/>
            <a:ext cx="173977" cy="173977"/>
            <a:chOff x="3595987" y="3924749"/>
            <a:chExt cx="280192" cy="280192"/>
          </a:xfrm>
        </p:grpSpPr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381FB41B-CFC3-4F20-8219-8BACF3F480B7}"/>
                </a:ext>
              </a:extLst>
            </p:cNvPr>
            <p:cNvSpPr/>
            <p:nvPr/>
          </p:nvSpPr>
          <p:spPr>
            <a:xfrm>
              <a:off x="3595987" y="3924749"/>
              <a:ext cx="280192" cy="2801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662F3D5-524A-4A1E-B380-4DDB77A43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352" y="3939114"/>
              <a:ext cx="251460" cy="251460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CE7B9F64-D7FD-436E-BB6B-2642C359FBA2}"/>
              </a:ext>
            </a:extLst>
          </p:cNvPr>
          <p:cNvGrpSpPr/>
          <p:nvPr/>
        </p:nvGrpSpPr>
        <p:grpSpPr>
          <a:xfrm>
            <a:off x="5368892" y="4958359"/>
            <a:ext cx="4056843" cy="772458"/>
            <a:chOff x="5643573" y="4958359"/>
            <a:chExt cx="4056843" cy="772458"/>
          </a:xfrm>
        </p:grpSpPr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FDFEF8CF-2A62-45D8-9062-BD92F24D0E24}"/>
                </a:ext>
              </a:extLst>
            </p:cNvPr>
            <p:cNvSpPr/>
            <p:nvPr/>
          </p:nvSpPr>
          <p:spPr>
            <a:xfrm>
              <a:off x="5643573" y="4958359"/>
              <a:ext cx="692868" cy="69286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UI/UX 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개선지원</a:t>
              </a:r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FBBF5C0B-C766-42BA-93A2-3FA114F23D51}"/>
                </a:ext>
              </a:extLst>
            </p:cNvPr>
            <p:cNvSpPr/>
            <p:nvPr/>
          </p:nvSpPr>
          <p:spPr>
            <a:xfrm>
              <a:off x="6482834" y="4958359"/>
              <a:ext cx="692868" cy="69286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표준 규격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수립</a:t>
              </a: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0236E1F5-8EBF-42CE-A3C5-5D883595B098}"/>
                </a:ext>
              </a:extLst>
            </p:cNvPr>
            <p:cNvSpPr/>
            <p:nvPr/>
          </p:nvSpPr>
          <p:spPr>
            <a:xfrm>
              <a:off x="7322095" y="4958359"/>
              <a:ext cx="692868" cy="69286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아키텍처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검증</a:t>
              </a:r>
            </a:p>
          </p:txBody>
        </p:sp>
        <p:sp>
          <p:nvSpPr>
            <p:cNvPr id="168" name="다이아몬드 167">
              <a:extLst>
                <a:ext uri="{FF2B5EF4-FFF2-40B4-BE49-F238E27FC236}">
                  <a16:creationId xmlns:a16="http://schemas.microsoft.com/office/drawing/2014/main" id="{1157BE86-B3D7-4422-A31C-0705B3930E52}"/>
                </a:ext>
              </a:extLst>
            </p:cNvPr>
            <p:cNvSpPr/>
            <p:nvPr/>
          </p:nvSpPr>
          <p:spPr>
            <a:xfrm>
              <a:off x="8161356" y="5087534"/>
              <a:ext cx="699797" cy="434519"/>
            </a:xfrm>
            <a:prstGeom prst="diamond">
              <a:avLst/>
            </a:prstGeom>
            <a:solidFill>
              <a:srgbClr val="FBE3D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무결성 검증</a:t>
              </a: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ACB55176-EF7D-4599-B684-14CA48F459AC}"/>
                </a:ext>
              </a:extLst>
            </p:cNvPr>
            <p:cNvSpPr/>
            <p:nvPr/>
          </p:nvSpPr>
          <p:spPr>
            <a:xfrm>
              <a:off x="9007548" y="4958359"/>
              <a:ext cx="692868" cy="692868"/>
            </a:xfrm>
            <a:prstGeom prst="ellipse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연속성 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확보</a:t>
              </a:r>
            </a:p>
          </p:txBody>
        </p: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44E612EE-1A1B-4BE8-AF95-AD8C304EFFC3}"/>
                </a:ext>
              </a:extLst>
            </p:cNvPr>
            <p:cNvCxnSpPr>
              <a:stCxn id="165" idx="6"/>
              <a:endCxn id="166" idx="2"/>
            </p:cNvCxnSpPr>
            <p:nvPr/>
          </p:nvCxnSpPr>
          <p:spPr>
            <a:xfrm>
              <a:off x="6336441" y="5304793"/>
              <a:ext cx="146393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화살표 연결선 170">
              <a:extLst>
                <a:ext uri="{FF2B5EF4-FFF2-40B4-BE49-F238E27FC236}">
                  <a16:creationId xmlns:a16="http://schemas.microsoft.com/office/drawing/2014/main" id="{922F1FDD-A8D1-4561-BD13-CB8D6D05399B}"/>
                </a:ext>
              </a:extLst>
            </p:cNvPr>
            <p:cNvCxnSpPr>
              <a:cxnSpLocks/>
              <a:stCxn id="166" idx="6"/>
              <a:endCxn id="167" idx="2"/>
            </p:cNvCxnSpPr>
            <p:nvPr/>
          </p:nvCxnSpPr>
          <p:spPr>
            <a:xfrm>
              <a:off x="7175702" y="5304793"/>
              <a:ext cx="146393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화살표 연결선 171">
              <a:extLst>
                <a:ext uri="{FF2B5EF4-FFF2-40B4-BE49-F238E27FC236}">
                  <a16:creationId xmlns:a16="http://schemas.microsoft.com/office/drawing/2014/main" id="{B28BDA17-8208-4A4F-B905-B1D94B793F77}"/>
                </a:ext>
              </a:extLst>
            </p:cNvPr>
            <p:cNvCxnSpPr>
              <a:cxnSpLocks/>
              <a:stCxn id="167" idx="6"/>
              <a:endCxn id="168" idx="1"/>
            </p:cNvCxnSpPr>
            <p:nvPr/>
          </p:nvCxnSpPr>
          <p:spPr>
            <a:xfrm>
              <a:off x="8014963" y="5304793"/>
              <a:ext cx="146393" cy="1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화살표 연결선 172">
              <a:extLst>
                <a:ext uri="{FF2B5EF4-FFF2-40B4-BE49-F238E27FC236}">
                  <a16:creationId xmlns:a16="http://schemas.microsoft.com/office/drawing/2014/main" id="{E80DC8D4-1480-4F76-BD99-2D53566EE9B2}"/>
                </a:ext>
              </a:extLst>
            </p:cNvPr>
            <p:cNvCxnSpPr>
              <a:cxnSpLocks/>
              <a:stCxn id="168" idx="3"/>
              <a:endCxn id="169" idx="2"/>
            </p:cNvCxnSpPr>
            <p:nvPr/>
          </p:nvCxnSpPr>
          <p:spPr>
            <a:xfrm flipV="1">
              <a:off x="8861153" y="5304793"/>
              <a:ext cx="146395" cy="1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959D62CB-7AA5-49D5-8D22-EB7265F7DA00}"/>
                </a:ext>
              </a:extLst>
            </p:cNvPr>
            <p:cNvCxnSpPr>
              <a:stCxn id="168" idx="2"/>
              <a:endCxn id="166" idx="4"/>
            </p:cNvCxnSpPr>
            <p:nvPr/>
          </p:nvCxnSpPr>
          <p:spPr>
            <a:xfrm rot="5400000">
              <a:off x="7605675" y="4745647"/>
              <a:ext cx="129174" cy="1681987"/>
            </a:xfrm>
            <a:prstGeom prst="bentConnector3">
              <a:avLst>
                <a:gd name="adj1" fmla="val 198316"/>
              </a:avLst>
            </a:prstGeom>
            <a:ln w="9525">
              <a:solidFill>
                <a:srgbClr val="9B2C26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A0CFDD0-E65F-4172-B85C-1B7747E83947}"/>
                </a:ext>
              </a:extLst>
            </p:cNvPr>
            <p:cNvSpPr txBox="1"/>
            <p:nvPr/>
          </p:nvSpPr>
          <p:spPr>
            <a:xfrm>
              <a:off x="8310169" y="5623095"/>
              <a:ext cx="142988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9B2C26"/>
                  </a:solidFill>
                  <a:latin typeface="페이퍼로지 5 Medium" pitchFamily="2" charset="-127"/>
                  <a:ea typeface="페이퍼로지 5 Medium" pitchFamily="2" charset="-127"/>
                </a:rPr>
                <a:t>NO</a:t>
              </a:r>
              <a:endParaRPr kumimoji="1" lang="ko-KR" altLang="en-US" sz="700" spc="-3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B2C26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52236B2-8605-41C9-BCD4-0334F6A3A920}"/>
                </a:ext>
              </a:extLst>
            </p:cNvPr>
            <p:cNvSpPr txBox="1"/>
            <p:nvPr/>
          </p:nvSpPr>
          <p:spPr>
            <a:xfrm>
              <a:off x="8817804" y="5129075"/>
              <a:ext cx="16158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페이퍼로지 5 Medium" pitchFamily="2" charset="-127"/>
                  <a:ea typeface="페이퍼로지 5 Medium" pitchFamily="2" charset="-127"/>
                </a:rPr>
                <a:t>YES</a:t>
              </a:r>
              <a:endParaRPr kumimoji="1" lang="ko-KR" altLang="en-US" sz="7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3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3.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핵심 기능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AE7FA86-ECD0-479A-8830-3E205F4793EB}"/>
              </a:ext>
            </a:extLst>
          </p:cNvPr>
          <p:cNvGrpSpPr/>
          <p:nvPr/>
        </p:nvGrpSpPr>
        <p:grpSpPr>
          <a:xfrm>
            <a:off x="326494" y="-2770409"/>
            <a:ext cx="10745594" cy="2770409"/>
            <a:chOff x="243200" y="963788"/>
            <a:chExt cx="10745594" cy="2770409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C37144E9-BE2B-420A-811E-27A0E777A31A}"/>
                </a:ext>
              </a:extLst>
            </p:cNvPr>
            <p:cNvSpPr/>
            <p:nvPr/>
          </p:nvSpPr>
          <p:spPr>
            <a:xfrm>
              <a:off x="767659" y="963788"/>
              <a:ext cx="932373" cy="1040530"/>
            </a:xfrm>
            <a:prstGeom prst="ellipse">
              <a:avLst/>
            </a:prstGeom>
            <a:solidFill>
              <a:srgbClr val="4A90E2"/>
            </a:solidFill>
            <a:ln w="12700">
              <a:solidFill>
                <a:srgbClr val="4A90E2"/>
              </a:solidFill>
              <a:prstDash val="solid"/>
            </a:ln>
          </p:spPr>
        </p:sp>
        <p:pic>
          <p:nvPicPr>
            <p:cNvPr id="46" name="Image 0" descr="preencoded.png">
              <a:extLst>
                <a:ext uri="{FF2B5EF4-FFF2-40B4-BE49-F238E27FC236}">
                  <a16:creationId xmlns:a16="http://schemas.microsoft.com/office/drawing/2014/main" id="{B5780B9A-A6C0-41D9-9141-7EA501729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479" y="1093854"/>
              <a:ext cx="582733" cy="650331"/>
            </a:xfrm>
            <a:prstGeom prst="rect">
              <a:avLst/>
            </a:prstGeom>
          </p:spPr>
        </p:pic>
        <p:sp>
          <p:nvSpPr>
            <p:cNvPr id="47" name="Text 4">
              <a:extLst>
                <a:ext uri="{FF2B5EF4-FFF2-40B4-BE49-F238E27FC236}">
                  <a16:creationId xmlns:a16="http://schemas.microsoft.com/office/drawing/2014/main" id="{4FA58726-8938-48A7-9B42-85753748D58D}"/>
                </a:ext>
              </a:extLst>
            </p:cNvPr>
            <p:cNvSpPr/>
            <p:nvPr/>
          </p:nvSpPr>
          <p:spPr>
            <a:xfrm>
              <a:off x="243200" y="2199417"/>
              <a:ext cx="1981292" cy="585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뉴스 수집</a:t>
              </a:r>
              <a:endParaRPr lang="en-US" sz="1100" dirty="0"/>
            </a:p>
          </p:txBody>
        </p:sp>
        <p:sp>
          <p:nvSpPr>
            <p:cNvPr id="48" name="Text 5">
              <a:extLst>
                <a:ext uri="{FF2B5EF4-FFF2-40B4-BE49-F238E27FC236}">
                  <a16:creationId xmlns:a16="http://schemas.microsoft.com/office/drawing/2014/main" id="{C91F1304-D481-47FB-8212-C9E2DE4A81CF}"/>
                </a:ext>
              </a:extLst>
            </p:cNvPr>
            <p:cNvSpPr/>
            <p:nvPr/>
          </p:nvSpPr>
          <p:spPr>
            <a:xfrm>
              <a:off x="243200" y="2823734"/>
              <a:ext cx="1981292" cy="910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NaverNewsApiCollector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(서버사이드 호출)</a:t>
              </a:r>
              <a:endParaRPr lang="en-US" sz="9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86ACF057-917C-45A3-972E-C116CF9CBE67}"/>
                </a:ext>
              </a:extLst>
            </p:cNvPr>
            <p:cNvSpPr/>
            <p:nvPr/>
          </p:nvSpPr>
          <p:spPr>
            <a:xfrm>
              <a:off x="2224492" y="1314967"/>
              <a:ext cx="291366" cy="390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A90E2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51" name="Shape 8">
              <a:extLst>
                <a:ext uri="{FF2B5EF4-FFF2-40B4-BE49-F238E27FC236}">
                  <a16:creationId xmlns:a16="http://schemas.microsoft.com/office/drawing/2014/main" id="{90601693-33FA-4B8F-B929-77E5BE3EF78B}"/>
                </a:ext>
              </a:extLst>
            </p:cNvPr>
            <p:cNvSpPr/>
            <p:nvPr/>
          </p:nvSpPr>
          <p:spPr>
            <a:xfrm>
              <a:off x="2958735" y="963788"/>
              <a:ext cx="932373" cy="104053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pic>
          <p:nvPicPr>
            <p:cNvPr id="52" name="Image 1" descr="preencoded.png">
              <a:extLst>
                <a:ext uri="{FF2B5EF4-FFF2-40B4-BE49-F238E27FC236}">
                  <a16:creationId xmlns:a16="http://schemas.microsoft.com/office/drawing/2014/main" id="{02EFC7BE-0E8E-44CE-A075-A699798AF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3555" y="1093854"/>
              <a:ext cx="582733" cy="650331"/>
            </a:xfrm>
            <a:prstGeom prst="rect">
              <a:avLst/>
            </a:prstGeom>
          </p:spPr>
        </p:pic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1725F912-8960-4256-A834-7E30A04FE841}"/>
                </a:ext>
              </a:extLst>
            </p:cNvPr>
            <p:cNvSpPr/>
            <p:nvPr/>
          </p:nvSpPr>
          <p:spPr>
            <a:xfrm>
              <a:off x="2434276" y="2199417"/>
              <a:ext cx="1981292" cy="585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완전중복 제거</a:t>
              </a:r>
              <a:endParaRPr lang="en-US" sz="1100" dirty="0"/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E1EDD6A1-BA7C-4787-9BDB-F0F68AD7CEEA}"/>
                </a:ext>
              </a:extLst>
            </p:cNvPr>
            <p:cNvSpPr/>
            <p:nvPr/>
          </p:nvSpPr>
          <p:spPr>
            <a:xfrm>
              <a:off x="2434276" y="2823734"/>
              <a:ext cx="1981292" cy="910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content_hash (MD5)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 KEY 체크</a:t>
              </a:r>
              <a:endParaRPr lang="en-US" sz="900" dirty="0"/>
            </a:p>
          </p:txBody>
        </p:sp>
        <p:sp>
          <p:nvSpPr>
            <p:cNvPr id="56" name="Text 12">
              <a:extLst>
                <a:ext uri="{FF2B5EF4-FFF2-40B4-BE49-F238E27FC236}">
                  <a16:creationId xmlns:a16="http://schemas.microsoft.com/office/drawing/2014/main" id="{5EC04B60-6019-4541-BDE1-42D9E13F5E70}"/>
                </a:ext>
              </a:extLst>
            </p:cNvPr>
            <p:cNvSpPr/>
            <p:nvPr/>
          </p:nvSpPr>
          <p:spPr>
            <a:xfrm>
              <a:off x="4415567" y="1314967"/>
              <a:ext cx="291366" cy="390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A90E2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57" name="Shape 13">
              <a:extLst>
                <a:ext uri="{FF2B5EF4-FFF2-40B4-BE49-F238E27FC236}">
                  <a16:creationId xmlns:a16="http://schemas.microsoft.com/office/drawing/2014/main" id="{66E8C465-44C7-4F04-BD6C-E41C6CC7CD55}"/>
                </a:ext>
              </a:extLst>
            </p:cNvPr>
            <p:cNvSpPr/>
            <p:nvPr/>
          </p:nvSpPr>
          <p:spPr>
            <a:xfrm>
              <a:off x="5149811" y="963788"/>
              <a:ext cx="932373" cy="1040530"/>
            </a:xfrm>
            <a:prstGeom prst="ellipse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3CD33B68-1FCB-4E20-A4F1-91B7F21B7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631" y="1093854"/>
              <a:ext cx="582733" cy="650331"/>
            </a:xfrm>
            <a:prstGeom prst="rect">
              <a:avLst/>
            </a:prstGeom>
          </p:spPr>
        </p:pic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E64ACF18-B214-4A67-ADE7-E33D106D45F7}"/>
                </a:ext>
              </a:extLst>
            </p:cNvPr>
            <p:cNvSpPr/>
            <p:nvPr/>
          </p:nvSpPr>
          <p:spPr>
            <a:xfrm>
              <a:off x="4625352" y="2199417"/>
              <a:ext cx="1981292" cy="585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유사도 그룹화</a:t>
              </a:r>
              <a:endParaRPr lang="en-US" sz="1100" dirty="0"/>
            </a:p>
          </p:txBody>
        </p:sp>
        <p:sp>
          <p:nvSpPr>
            <p:cNvPr id="60" name="Text 15">
              <a:extLst>
                <a:ext uri="{FF2B5EF4-FFF2-40B4-BE49-F238E27FC236}">
                  <a16:creationId xmlns:a16="http://schemas.microsoft.com/office/drawing/2014/main" id="{0558D01B-F87A-4F7E-AD49-6BCC86EF90DB}"/>
                </a:ext>
              </a:extLst>
            </p:cNvPr>
            <p:cNvSpPr/>
            <p:nvPr/>
          </p:nvSpPr>
          <p:spPr>
            <a:xfrm>
              <a:off x="4625352" y="2823734"/>
              <a:ext cx="1981292" cy="910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SimilarityService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단어+바이그램 Jaccard</a:t>
              </a:r>
              <a:endParaRPr lang="en-US" sz="900" dirty="0"/>
            </a:p>
          </p:txBody>
        </p:sp>
        <p:sp>
          <p:nvSpPr>
            <p:cNvPr id="62" name="Text 17">
              <a:extLst>
                <a:ext uri="{FF2B5EF4-FFF2-40B4-BE49-F238E27FC236}">
                  <a16:creationId xmlns:a16="http://schemas.microsoft.com/office/drawing/2014/main" id="{074638FA-EE27-4650-81AB-BA35AD9BAF6B}"/>
                </a:ext>
              </a:extLst>
            </p:cNvPr>
            <p:cNvSpPr/>
            <p:nvPr/>
          </p:nvSpPr>
          <p:spPr>
            <a:xfrm>
              <a:off x="6606643" y="1314967"/>
              <a:ext cx="291366" cy="390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A90E2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63" name="Shape 18">
              <a:extLst>
                <a:ext uri="{FF2B5EF4-FFF2-40B4-BE49-F238E27FC236}">
                  <a16:creationId xmlns:a16="http://schemas.microsoft.com/office/drawing/2014/main" id="{088FAB60-98C4-4D15-928A-03B3D326B9C4}"/>
                </a:ext>
              </a:extLst>
            </p:cNvPr>
            <p:cNvSpPr/>
            <p:nvPr/>
          </p:nvSpPr>
          <p:spPr>
            <a:xfrm>
              <a:off x="7340887" y="963788"/>
              <a:ext cx="932373" cy="1040530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pic>
          <p:nvPicPr>
            <p:cNvPr id="64" name="Image 3" descr="preencoded.png">
              <a:extLst>
                <a:ext uri="{FF2B5EF4-FFF2-40B4-BE49-F238E27FC236}">
                  <a16:creationId xmlns:a16="http://schemas.microsoft.com/office/drawing/2014/main" id="{9A1A3D00-E852-4797-9F03-444620637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15707" y="1093854"/>
              <a:ext cx="582733" cy="650331"/>
            </a:xfrm>
            <a:prstGeom prst="rect">
              <a:avLst/>
            </a:prstGeom>
          </p:spPr>
        </p:pic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486EF4F7-3186-4B9A-9251-8A1024D775F0}"/>
                </a:ext>
              </a:extLst>
            </p:cNvPr>
            <p:cNvSpPr/>
            <p:nvPr/>
          </p:nvSpPr>
          <p:spPr>
            <a:xfrm>
              <a:off x="6816426" y="2199417"/>
              <a:ext cx="1981292" cy="585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감성 분석</a:t>
              </a:r>
              <a:endParaRPr lang="en-US" sz="1100" dirty="0"/>
            </a:p>
          </p:txBody>
        </p:sp>
        <p:sp>
          <p:nvSpPr>
            <p:cNvPr id="66" name="Text 20">
              <a:extLst>
                <a:ext uri="{FF2B5EF4-FFF2-40B4-BE49-F238E27FC236}">
                  <a16:creationId xmlns:a16="http://schemas.microsoft.com/office/drawing/2014/main" id="{0C8F1EEA-8A39-412C-8A2C-CC9596B93D6A}"/>
                </a:ext>
              </a:extLst>
            </p:cNvPr>
            <p:cNvSpPr/>
            <p:nvPr/>
          </p:nvSpPr>
          <p:spPr>
            <a:xfrm>
              <a:off x="6816426" y="2823734"/>
              <a:ext cx="1981292" cy="910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Groq</a:t>
              </a: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AI</a:t>
              </a:r>
              <a:r>
                <a:rPr lang="ko-KR" alt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추론 </a:t>
              </a:r>
              <a:r>
                <a:rPr lang="en-US" altLang="ko-KR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대표 1건만 분석</a:t>
              </a:r>
              <a:endParaRPr lang="en-US" sz="900" dirty="0"/>
            </a:p>
          </p:txBody>
        </p:sp>
        <p:sp>
          <p:nvSpPr>
            <p:cNvPr id="68" name="Text 22">
              <a:extLst>
                <a:ext uri="{FF2B5EF4-FFF2-40B4-BE49-F238E27FC236}">
                  <a16:creationId xmlns:a16="http://schemas.microsoft.com/office/drawing/2014/main" id="{14AD7188-2AEC-4174-BE34-8FE8B3146CE3}"/>
                </a:ext>
              </a:extLst>
            </p:cNvPr>
            <p:cNvSpPr/>
            <p:nvPr/>
          </p:nvSpPr>
          <p:spPr>
            <a:xfrm>
              <a:off x="8797719" y="1314967"/>
              <a:ext cx="291366" cy="390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A90E2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69" name="Shape 23">
              <a:extLst>
                <a:ext uri="{FF2B5EF4-FFF2-40B4-BE49-F238E27FC236}">
                  <a16:creationId xmlns:a16="http://schemas.microsoft.com/office/drawing/2014/main" id="{0A834ED7-F82B-4AD9-A07D-CD7A335997C1}"/>
                </a:ext>
              </a:extLst>
            </p:cNvPr>
            <p:cNvSpPr/>
            <p:nvPr/>
          </p:nvSpPr>
          <p:spPr>
            <a:xfrm>
              <a:off x="9531962" y="963788"/>
              <a:ext cx="932373" cy="1040530"/>
            </a:xfrm>
            <a:prstGeom prst="ellipse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</p:sp>
        <p:pic>
          <p:nvPicPr>
            <p:cNvPr id="70" name="Image 4" descr="preencoded.png">
              <a:extLst>
                <a:ext uri="{FF2B5EF4-FFF2-40B4-BE49-F238E27FC236}">
                  <a16:creationId xmlns:a16="http://schemas.microsoft.com/office/drawing/2014/main" id="{11CEAEFF-E00A-48F8-9E41-CC0F9DBF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06781" y="1093854"/>
              <a:ext cx="582733" cy="650331"/>
            </a:xfrm>
            <a:prstGeom prst="rect">
              <a:avLst/>
            </a:prstGeom>
          </p:spPr>
        </p:pic>
        <p:sp>
          <p:nvSpPr>
            <p:cNvPr id="71" name="Text 24">
              <a:extLst>
                <a:ext uri="{FF2B5EF4-FFF2-40B4-BE49-F238E27FC236}">
                  <a16:creationId xmlns:a16="http://schemas.microsoft.com/office/drawing/2014/main" id="{5B711AFF-C31E-43D7-B797-2515F13E3BC2}"/>
                </a:ext>
              </a:extLst>
            </p:cNvPr>
            <p:cNvSpPr/>
            <p:nvPr/>
          </p:nvSpPr>
          <p:spPr>
            <a:xfrm>
              <a:off x="9007502" y="2199417"/>
              <a:ext cx="1981292" cy="585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대시보드</a:t>
              </a:r>
              <a:endParaRPr lang="en-US" sz="1100" dirty="0"/>
            </a:p>
          </p:txBody>
        </p:sp>
        <p:sp>
          <p:nvSpPr>
            <p:cNvPr id="72" name="Text 25">
              <a:extLst>
                <a:ext uri="{FF2B5EF4-FFF2-40B4-BE49-F238E27FC236}">
                  <a16:creationId xmlns:a16="http://schemas.microsoft.com/office/drawing/2014/main" id="{FF2FBCF1-DCB5-4405-B121-181766116179}"/>
                </a:ext>
              </a:extLst>
            </p:cNvPr>
            <p:cNvSpPr/>
            <p:nvPr/>
          </p:nvSpPr>
          <p:spPr>
            <a:xfrm>
              <a:off x="9007502" y="2823734"/>
              <a:ext cx="1981292" cy="910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DashboardServlet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KIS 주가 연동</a:t>
              </a:r>
              <a:endParaRPr lang="en-US" sz="900" dirty="0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FBAB773-88FC-48B1-BD6B-299D9583A7FD}"/>
              </a:ext>
            </a:extLst>
          </p:cNvPr>
          <p:cNvGrpSpPr/>
          <p:nvPr/>
        </p:nvGrpSpPr>
        <p:grpSpPr>
          <a:xfrm>
            <a:off x="444744" y="4730641"/>
            <a:ext cx="3169514" cy="1872000"/>
            <a:chOff x="444744" y="4493478"/>
            <a:chExt cx="3169514" cy="1485518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FB8EB7E-C92B-495A-B7B5-6EB6A1CAB526}"/>
                </a:ext>
              </a:extLst>
            </p:cNvPr>
            <p:cNvSpPr/>
            <p:nvPr/>
          </p:nvSpPr>
          <p:spPr>
            <a:xfrm>
              <a:off x="446258" y="4832051"/>
              <a:ext cx="3168000" cy="11469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72000" rIns="144000" rtlCol="0" anchor="ctr"/>
            <a:lstStyle/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네이버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API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한도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25,000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건에 안전계수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0.8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적용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(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실질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20,000)</a:t>
              </a: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키워드 수 기반 동적 수집 주기 산정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(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최소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12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초 간격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)</a:t>
              </a:r>
              <a:endPara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endParaRPr>
            </a:p>
          </p:txBody>
        </p:sp>
        <p:sp>
          <p:nvSpPr>
            <p:cNvPr id="82" name="사각형: 둥근 위쪽 모서리 81">
              <a:extLst>
                <a:ext uri="{FF2B5EF4-FFF2-40B4-BE49-F238E27FC236}">
                  <a16:creationId xmlns:a16="http://schemas.microsoft.com/office/drawing/2014/main" id="{1B1F9213-03DD-4757-9CAB-EB7ACE7B0E61}"/>
                </a:ext>
              </a:extLst>
            </p:cNvPr>
            <p:cNvSpPr/>
            <p:nvPr/>
          </p:nvSpPr>
          <p:spPr>
            <a:xfrm>
              <a:off x="444744" y="4493478"/>
              <a:ext cx="3168000" cy="330713"/>
            </a:xfrm>
            <a:prstGeom prst="round2SameRect">
              <a:avLst/>
            </a:prstGeom>
            <a:solidFill>
              <a:srgbClr val="000838"/>
            </a:solidFill>
            <a:ln w="6350">
              <a:solidFill>
                <a:srgbClr val="000838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6231" latinLnBrk="1"/>
              <a:r>
                <a:rPr lang="en-US" altLang="ko-KR" sz="1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QuotaGuard</a:t>
              </a:r>
              <a:r>
                <a:rPr lang="en-US" altLang="ko-KR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-</a:t>
              </a: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쿼터관리</a:t>
              </a:r>
              <a:endParaRPr lang="en-US" altLang="ko-K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3E6036-CE95-4E25-889C-A5882FB96766}"/>
              </a:ext>
            </a:extLst>
          </p:cNvPr>
          <p:cNvGrpSpPr/>
          <p:nvPr/>
        </p:nvGrpSpPr>
        <p:grpSpPr>
          <a:xfrm>
            <a:off x="3979469" y="4730641"/>
            <a:ext cx="3169514" cy="1872000"/>
            <a:chOff x="3674465" y="4493478"/>
            <a:chExt cx="3169514" cy="1485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64BF4BB2-DD4F-4D82-AC15-4B03DE1CB916}"/>
                </a:ext>
              </a:extLst>
            </p:cNvPr>
            <p:cNvSpPr/>
            <p:nvPr/>
          </p:nvSpPr>
          <p:spPr>
            <a:xfrm>
              <a:off x="3675979" y="4832051"/>
              <a:ext cx="3168000" cy="11469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72000" rIns="144000" rtlCol="0" anchor="ctr"/>
            <a:lstStyle/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한국어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정규화 </a:t>
              </a:r>
              <a:r>
                <a:rPr lang="en-US" altLang="ko-KR" sz="1200" dirty="0">
                  <a:solidFill>
                    <a:srgbClr val="1E293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→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 단어 집합 추출</a:t>
              </a:r>
              <a:endPara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 err="1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바이그램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(2-gram)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 집합 생성</a:t>
              </a:r>
              <a:endPara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endParaRP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 err="1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자카드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(Jaccard)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유사도 계산</a:t>
              </a:r>
              <a:b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</a:b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(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단어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0.6 + </a:t>
              </a:r>
              <a:r>
                <a:rPr lang="ko-KR" altLang="en-US" sz="1200" dirty="0" err="1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바이그램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0.4)</a:t>
              </a: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제목 유사도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30%,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동일 섹터 제목 유사도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12%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그룹</a:t>
              </a:r>
              <a:endPara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endParaRPr>
            </a:p>
          </p:txBody>
        </p:sp>
        <p:sp>
          <p:nvSpPr>
            <p:cNvPr id="84" name="사각형: 둥근 위쪽 모서리 83">
              <a:extLst>
                <a:ext uri="{FF2B5EF4-FFF2-40B4-BE49-F238E27FC236}">
                  <a16:creationId xmlns:a16="http://schemas.microsoft.com/office/drawing/2014/main" id="{48C0D05E-286F-4B55-9945-2B37657BC36F}"/>
                </a:ext>
              </a:extLst>
            </p:cNvPr>
            <p:cNvSpPr/>
            <p:nvPr/>
          </p:nvSpPr>
          <p:spPr>
            <a:xfrm>
              <a:off x="3674465" y="4493478"/>
              <a:ext cx="3168000" cy="330713"/>
            </a:xfrm>
            <a:prstGeom prst="round2SameRect">
              <a:avLst/>
            </a:prstGeom>
            <a:solidFill>
              <a:srgbClr val="000838"/>
            </a:solidFill>
            <a:ln w="6350">
              <a:solidFill>
                <a:srgbClr val="000838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6231" latinLnBrk="1"/>
              <a:r>
                <a:rPr lang="en-US" altLang="ko-KR" sz="1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SimilarityService</a:t>
              </a:r>
              <a:r>
                <a:rPr lang="en-US" altLang="ko-KR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-</a:t>
              </a: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유사도</a:t>
              </a:r>
              <a:endParaRPr lang="en-US" altLang="ko-K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228DC04-597E-4B62-A41F-0369C4E40D34}"/>
              </a:ext>
            </a:extLst>
          </p:cNvPr>
          <p:cNvGrpSpPr/>
          <p:nvPr/>
        </p:nvGrpSpPr>
        <p:grpSpPr>
          <a:xfrm>
            <a:off x="7514193" y="4730641"/>
            <a:ext cx="3169514" cy="1872000"/>
            <a:chOff x="7514193" y="4448511"/>
            <a:chExt cx="3169514" cy="1485518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A2D3BED-F934-419C-93FE-0CCD118C41F0}"/>
                </a:ext>
              </a:extLst>
            </p:cNvPr>
            <p:cNvSpPr/>
            <p:nvPr/>
          </p:nvSpPr>
          <p:spPr>
            <a:xfrm>
              <a:off x="7515707" y="4787084"/>
              <a:ext cx="3168000" cy="11469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72000" rIns="144000" rtlCol="0" anchor="ctr"/>
            <a:lstStyle/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그룹 대표 뉴스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건만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LLM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호출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(</a:t>
              </a:r>
              <a:r>
                <a:rPr lang="en-US" altLang="ko-KR" sz="1200" dirty="0" err="1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Groq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프리젠테이션 5 Medium" pitchFamily="2" charset="-127"/>
                  <a:ea typeface="프리젠테이션 5 Medium" pitchFamily="2" charset="-127"/>
                </a:rPr>
                <a:t>)</a:t>
              </a: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호재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/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악재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/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중립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/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복합 분류</a:t>
              </a:r>
              <a:endPara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endParaRP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영향도 점수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(-5~+5)</a:t>
              </a: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그룹 전체에 동일 결과 적용</a:t>
              </a:r>
              <a:endPara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endParaRPr>
            </a:p>
          </p:txBody>
        </p:sp>
        <p:sp>
          <p:nvSpPr>
            <p:cNvPr id="86" name="사각형: 둥근 위쪽 모서리 85">
              <a:extLst>
                <a:ext uri="{FF2B5EF4-FFF2-40B4-BE49-F238E27FC236}">
                  <a16:creationId xmlns:a16="http://schemas.microsoft.com/office/drawing/2014/main" id="{68F7D2E6-268F-44B8-BC55-B8D2F60C9399}"/>
                </a:ext>
              </a:extLst>
            </p:cNvPr>
            <p:cNvSpPr/>
            <p:nvPr/>
          </p:nvSpPr>
          <p:spPr>
            <a:xfrm>
              <a:off x="7514193" y="4448511"/>
              <a:ext cx="3168000" cy="330713"/>
            </a:xfrm>
            <a:prstGeom prst="round2SameRect">
              <a:avLst/>
            </a:prstGeom>
            <a:solidFill>
              <a:srgbClr val="000838"/>
            </a:solidFill>
            <a:ln w="6350">
              <a:solidFill>
                <a:srgbClr val="000838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6231" latinLnBrk="1"/>
              <a:r>
                <a:rPr lang="en-US" altLang="ko-KR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AI </a:t>
              </a: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분석 결과 전파</a:t>
              </a:r>
              <a:endParaRPr lang="en-US" altLang="ko-K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  <p:sp>
        <p:nvSpPr>
          <p:cNvPr id="88" name="Shape 6">
            <a:extLst>
              <a:ext uri="{FF2B5EF4-FFF2-40B4-BE49-F238E27FC236}">
                <a16:creationId xmlns:a16="http://schemas.microsoft.com/office/drawing/2014/main" id="{B80FFE24-BF46-4213-8B5D-CC221981CCD3}"/>
              </a:ext>
            </a:extLst>
          </p:cNvPr>
          <p:cNvSpPr/>
          <p:nvPr/>
        </p:nvSpPr>
        <p:spPr>
          <a:xfrm>
            <a:off x="93553" y="1385568"/>
            <a:ext cx="1993392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0E7915B7-3636-4C30-8105-03D3A027FE02}"/>
              </a:ext>
            </a:extLst>
          </p:cNvPr>
          <p:cNvSpPr/>
          <p:nvPr/>
        </p:nvSpPr>
        <p:spPr>
          <a:xfrm>
            <a:off x="166705" y="225424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ko-KR" altLang="en-US" b="1" dirty="0">
                <a:solidFill>
                  <a:srgbClr val="1E2761"/>
                </a:solidFill>
                <a:latin typeface="페이퍼로지 7 Bold" pitchFamily="2" charset="-127"/>
                <a:ea typeface="페이퍼로지 7 Bold" pitchFamily="2" charset="-127"/>
                <a:cs typeface="Calibri" pitchFamily="34" charset="-120"/>
              </a:rPr>
              <a:t>뉴스 수집</a:t>
            </a:r>
            <a:endParaRPr 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1D71662B-CC74-40DD-87B6-CBCADAA950DE}"/>
              </a:ext>
            </a:extLst>
          </p:cNvPr>
          <p:cNvSpPr/>
          <p:nvPr/>
        </p:nvSpPr>
        <p:spPr>
          <a:xfrm>
            <a:off x="184993" y="287604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네이버 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API 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호출</a:t>
            </a:r>
            <a:endParaRPr 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3" name="Shape 10">
            <a:extLst>
              <a:ext uri="{FF2B5EF4-FFF2-40B4-BE49-F238E27FC236}">
                <a16:creationId xmlns:a16="http://schemas.microsoft.com/office/drawing/2014/main" id="{F82C8B8D-B838-4773-99E1-3E9DA0908DD0}"/>
              </a:ext>
            </a:extLst>
          </p:cNvPr>
          <p:cNvSpPr/>
          <p:nvPr/>
        </p:nvSpPr>
        <p:spPr>
          <a:xfrm>
            <a:off x="2096089" y="2620008"/>
            <a:ext cx="274320" cy="274320"/>
          </a:xfrm>
          <a:prstGeom prst="ellipse">
            <a:avLst/>
          </a:prstGeom>
          <a:solidFill>
            <a:srgbClr val="C7CEE8"/>
          </a:solidFill>
          <a:ln/>
        </p:spPr>
      </p:sp>
      <p:sp>
        <p:nvSpPr>
          <p:cNvPr id="94" name="Text 11">
            <a:extLst>
              <a:ext uri="{FF2B5EF4-FFF2-40B4-BE49-F238E27FC236}">
                <a16:creationId xmlns:a16="http://schemas.microsoft.com/office/drawing/2014/main" id="{2E3D8449-FB53-4ABD-B7D3-3F80187ED905}"/>
              </a:ext>
            </a:extLst>
          </p:cNvPr>
          <p:cNvSpPr/>
          <p:nvPr/>
        </p:nvSpPr>
        <p:spPr>
          <a:xfrm>
            <a:off x="2086945" y="25560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›</a:t>
            </a:r>
            <a:endParaRPr 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Shape 12">
            <a:extLst>
              <a:ext uri="{FF2B5EF4-FFF2-40B4-BE49-F238E27FC236}">
                <a16:creationId xmlns:a16="http://schemas.microsoft.com/office/drawing/2014/main" id="{2AFCF535-73BE-4FAC-8133-46611BEED38C}"/>
              </a:ext>
            </a:extLst>
          </p:cNvPr>
          <p:cNvSpPr/>
          <p:nvPr/>
        </p:nvSpPr>
        <p:spPr>
          <a:xfrm>
            <a:off x="2361265" y="1385568"/>
            <a:ext cx="1993392" cy="2743200"/>
          </a:xfrm>
          <a:prstGeom prst="rect">
            <a:avLst/>
          </a:prstGeom>
          <a:solidFill>
            <a:srgbClr val="E7ECFA"/>
          </a:solidFill>
          <a:ln/>
        </p:spPr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F6CC456D-AC95-4F7A-B18B-59646464A008}"/>
              </a:ext>
            </a:extLst>
          </p:cNvPr>
          <p:cNvSpPr/>
          <p:nvPr/>
        </p:nvSpPr>
        <p:spPr>
          <a:xfrm>
            <a:off x="2452705" y="225424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ko-KR" altLang="en-US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완전중복 제거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Text 15">
            <a:extLst>
              <a:ext uri="{FF2B5EF4-FFF2-40B4-BE49-F238E27FC236}">
                <a16:creationId xmlns:a16="http://schemas.microsoft.com/office/drawing/2014/main" id="{66858834-3083-49C3-8212-A6D92259284B}"/>
              </a:ext>
            </a:extLst>
          </p:cNvPr>
          <p:cNvSpPr/>
          <p:nvPr/>
        </p:nvSpPr>
        <p:spPr>
          <a:xfrm>
            <a:off x="2389117" y="2894328"/>
            <a:ext cx="19746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제목 정규화 후 제목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+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언론사</a:t>
            </a:r>
            <a:endParaRPr lang="en-US" altLang="ko-KR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동일한 경우 중복으로 제거</a:t>
            </a:r>
            <a:endParaRPr lang="en-US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</p:txBody>
      </p:sp>
      <p:sp>
        <p:nvSpPr>
          <p:cNvPr id="100" name="Shape 16">
            <a:extLst>
              <a:ext uri="{FF2B5EF4-FFF2-40B4-BE49-F238E27FC236}">
                <a16:creationId xmlns:a16="http://schemas.microsoft.com/office/drawing/2014/main" id="{BAE8134F-E23E-4BFD-BBCE-21D162CC5DCA}"/>
              </a:ext>
            </a:extLst>
          </p:cNvPr>
          <p:cNvSpPr/>
          <p:nvPr/>
        </p:nvSpPr>
        <p:spPr>
          <a:xfrm>
            <a:off x="4382089" y="2620008"/>
            <a:ext cx="274320" cy="274320"/>
          </a:xfrm>
          <a:prstGeom prst="ellipse">
            <a:avLst/>
          </a:prstGeom>
          <a:solidFill>
            <a:srgbClr val="C7CEE8"/>
          </a:solidFill>
          <a:ln/>
        </p:spPr>
      </p:sp>
      <p:sp>
        <p:nvSpPr>
          <p:cNvPr id="101" name="Text 17">
            <a:extLst>
              <a:ext uri="{FF2B5EF4-FFF2-40B4-BE49-F238E27FC236}">
                <a16:creationId xmlns:a16="http://schemas.microsoft.com/office/drawing/2014/main" id="{0B16A055-BDF6-4C70-A7C6-2DBC82D2AD22}"/>
              </a:ext>
            </a:extLst>
          </p:cNvPr>
          <p:cNvSpPr/>
          <p:nvPr/>
        </p:nvSpPr>
        <p:spPr>
          <a:xfrm>
            <a:off x="4372945" y="25560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›</a:t>
            </a:r>
            <a:endParaRPr 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Shape 18">
            <a:extLst>
              <a:ext uri="{FF2B5EF4-FFF2-40B4-BE49-F238E27FC236}">
                <a16:creationId xmlns:a16="http://schemas.microsoft.com/office/drawing/2014/main" id="{3265AC90-F17C-424A-BB69-8B96E0E48538}"/>
              </a:ext>
            </a:extLst>
          </p:cNvPr>
          <p:cNvSpPr/>
          <p:nvPr/>
        </p:nvSpPr>
        <p:spPr>
          <a:xfrm>
            <a:off x="4665553" y="1385568"/>
            <a:ext cx="1993392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3" name="Shape 19">
            <a:extLst>
              <a:ext uri="{FF2B5EF4-FFF2-40B4-BE49-F238E27FC236}">
                <a16:creationId xmlns:a16="http://schemas.microsoft.com/office/drawing/2014/main" id="{52FCC5ED-CC9E-4777-A50B-82C1637B3FAA}"/>
              </a:ext>
            </a:extLst>
          </p:cNvPr>
          <p:cNvSpPr/>
          <p:nvPr/>
        </p:nvSpPr>
        <p:spPr>
          <a:xfrm>
            <a:off x="5387929" y="15684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4" name="Image 2" descr="/home/claude/icons/tags_white.png">
            <a:extLst>
              <a:ext uri="{FF2B5EF4-FFF2-40B4-BE49-F238E27FC236}">
                <a16:creationId xmlns:a16="http://schemas.microsoft.com/office/drawing/2014/main" id="{AF901468-B761-4403-8B01-45256576A4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5945" y="1696464"/>
            <a:ext cx="292608" cy="292608"/>
          </a:xfrm>
          <a:prstGeom prst="rect">
            <a:avLst/>
          </a:prstGeom>
        </p:spPr>
      </p:pic>
      <p:sp>
        <p:nvSpPr>
          <p:cNvPr id="105" name="Text 20">
            <a:extLst>
              <a:ext uri="{FF2B5EF4-FFF2-40B4-BE49-F238E27FC236}">
                <a16:creationId xmlns:a16="http://schemas.microsoft.com/office/drawing/2014/main" id="{483387BC-1FD7-4677-894A-AE58C6FDA840}"/>
              </a:ext>
            </a:extLst>
          </p:cNvPr>
          <p:cNvSpPr/>
          <p:nvPr/>
        </p:nvSpPr>
        <p:spPr>
          <a:xfrm>
            <a:off x="4738705" y="225424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ko-KR" altLang="en-US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유사도 그룹화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6" name="Text 21">
            <a:extLst>
              <a:ext uri="{FF2B5EF4-FFF2-40B4-BE49-F238E27FC236}">
                <a16:creationId xmlns:a16="http://schemas.microsoft.com/office/drawing/2014/main" id="{B0F25B0A-F19E-4C9A-88D8-754906B9EAB8}"/>
              </a:ext>
            </a:extLst>
          </p:cNvPr>
          <p:cNvSpPr/>
          <p:nvPr/>
        </p:nvSpPr>
        <p:spPr>
          <a:xfrm>
            <a:off x="4756993" y="287604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유사도 점수</a:t>
            </a:r>
            <a:endParaRPr lang="en-US" altLang="ko-KR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  <a:p>
            <a:pPr indent="0" algn="ctr">
              <a:lnSpc>
                <a:spcPct val="115000"/>
              </a:lnSpc>
              <a:buNone/>
            </a:pP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(</a:t>
            </a:r>
            <a:r>
              <a:rPr lang="ko-KR" altLang="en-US" sz="1200" dirty="0" err="1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자카드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 알고리즘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)</a:t>
            </a:r>
          </a:p>
          <a:p>
            <a:pPr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측정</a:t>
            </a:r>
            <a:endParaRPr lang="en-US" altLang="ko-KR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</p:txBody>
      </p:sp>
      <p:sp>
        <p:nvSpPr>
          <p:cNvPr id="107" name="Shape 22">
            <a:extLst>
              <a:ext uri="{FF2B5EF4-FFF2-40B4-BE49-F238E27FC236}">
                <a16:creationId xmlns:a16="http://schemas.microsoft.com/office/drawing/2014/main" id="{888B4957-7F74-489E-A70D-00920A86A5B1}"/>
              </a:ext>
            </a:extLst>
          </p:cNvPr>
          <p:cNvSpPr/>
          <p:nvPr/>
        </p:nvSpPr>
        <p:spPr>
          <a:xfrm>
            <a:off x="6668089" y="2620008"/>
            <a:ext cx="274320" cy="274320"/>
          </a:xfrm>
          <a:prstGeom prst="ellipse">
            <a:avLst/>
          </a:prstGeom>
          <a:solidFill>
            <a:srgbClr val="C7CEE8"/>
          </a:solidFill>
          <a:ln/>
        </p:spPr>
      </p:sp>
      <p:sp>
        <p:nvSpPr>
          <p:cNvPr id="108" name="Text 23">
            <a:extLst>
              <a:ext uri="{FF2B5EF4-FFF2-40B4-BE49-F238E27FC236}">
                <a16:creationId xmlns:a16="http://schemas.microsoft.com/office/drawing/2014/main" id="{2E157403-A67E-42DB-ABE0-69096E3CC3E6}"/>
              </a:ext>
            </a:extLst>
          </p:cNvPr>
          <p:cNvSpPr/>
          <p:nvPr/>
        </p:nvSpPr>
        <p:spPr>
          <a:xfrm>
            <a:off x="6658945" y="25560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›</a:t>
            </a:r>
            <a:endParaRPr 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9" name="Shape 24">
            <a:extLst>
              <a:ext uri="{FF2B5EF4-FFF2-40B4-BE49-F238E27FC236}">
                <a16:creationId xmlns:a16="http://schemas.microsoft.com/office/drawing/2014/main" id="{64A57B99-51D8-43AC-BC4A-8EAEE4286A79}"/>
              </a:ext>
            </a:extLst>
          </p:cNvPr>
          <p:cNvSpPr/>
          <p:nvPr/>
        </p:nvSpPr>
        <p:spPr>
          <a:xfrm>
            <a:off x="6951553" y="1385568"/>
            <a:ext cx="1993392" cy="2743200"/>
          </a:xfrm>
          <a:prstGeom prst="rect">
            <a:avLst/>
          </a:prstGeom>
          <a:solidFill>
            <a:srgbClr val="E7ECFA"/>
          </a:solidFill>
          <a:ln/>
        </p:spPr>
      </p:sp>
      <p:sp>
        <p:nvSpPr>
          <p:cNvPr id="110" name="Shape 25">
            <a:extLst>
              <a:ext uri="{FF2B5EF4-FFF2-40B4-BE49-F238E27FC236}">
                <a16:creationId xmlns:a16="http://schemas.microsoft.com/office/drawing/2014/main" id="{F7F9B77D-2B99-46E0-9867-E853C6EA27AA}"/>
              </a:ext>
            </a:extLst>
          </p:cNvPr>
          <p:cNvSpPr/>
          <p:nvPr/>
        </p:nvSpPr>
        <p:spPr>
          <a:xfrm>
            <a:off x="7673929" y="15684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1" name="Image 3" descr="/home/claude/icons/excel_white.png">
            <a:extLst>
              <a:ext uri="{FF2B5EF4-FFF2-40B4-BE49-F238E27FC236}">
                <a16:creationId xmlns:a16="http://schemas.microsoft.com/office/drawing/2014/main" id="{9B7626A6-E70F-4B93-B563-B5053DBAD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945" y="1696464"/>
            <a:ext cx="292608" cy="292608"/>
          </a:xfrm>
          <a:prstGeom prst="rect">
            <a:avLst/>
          </a:prstGeom>
        </p:spPr>
      </p:pic>
      <p:sp>
        <p:nvSpPr>
          <p:cNvPr id="112" name="Text 26">
            <a:extLst>
              <a:ext uri="{FF2B5EF4-FFF2-40B4-BE49-F238E27FC236}">
                <a16:creationId xmlns:a16="http://schemas.microsoft.com/office/drawing/2014/main" id="{26768D1C-39C5-49A2-A8ED-39AF00F01D4C}"/>
              </a:ext>
            </a:extLst>
          </p:cNvPr>
          <p:cNvSpPr/>
          <p:nvPr/>
        </p:nvSpPr>
        <p:spPr>
          <a:xfrm>
            <a:off x="7024705" y="225424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AI </a:t>
            </a:r>
            <a:r>
              <a:rPr lang="ko-KR" altLang="en-US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감성 분석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3" name="Text 27">
            <a:extLst>
              <a:ext uri="{FF2B5EF4-FFF2-40B4-BE49-F238E27FC236}">
                <a16:creationId xmlns:a16="http://schemas.microsoft.com/office/drawing/2014/main" id="{837878F5-F872-4875-9481-2C2EDF437D40}"/>
              </a:ext>
            </a:extLst>
          </p:cNvPr>
          <p:cNvSpPr/>
          <p:nvPr/>
        </p:nvSpPr>
        <p:spPr>
          <a:xfrm>
            <a:off x="7042993" y="287604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Groq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 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AI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추론  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API</a:t>
            </a:r>
          </a:p>
          <a:p>
            <a:pPr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대표 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1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건만 분석</a:t>
            </a:r>
            <a:endParaRPr lang="en-US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</p:txBody>
      </p:sp>
      <p:sp>
        <p:nvSpPr>
          <p:cNvPr id="114" name="Shape 28">
            <a:extLst>
              <a:ext uri="{FF2B5EF4-FFF2-40B4-BE49-F238E27FC236}">
                <a16:creationId xmlns:a16="http://schemas.microsoft.com/office/drawing/2014/main" id="{4869D423-81CA-4C9E-ADC4-4183B4A48849}"/>
              </a:ext>
            </a:extLst>
          </p:cNvPr>
          <p:cNvSpPr/>
          <p:nvPr/>
        </p:nvSpPr>
        <p:spPr>
          <a:xfrm>
            <a:off x="8954089" y="2620008"/>
            <a:ext cx="274320" cy="274320"/>
          </a:xfrm>
          <a:prstGeom prst="ellipse">
            <a:avLst/>
          </a:prstGeom>
          <a:solidFill>
            <a:srgbClr val="C7CEE8"/>
          </a:solidFill>
          <a:ln/>
        </p:spPr>
      </p:sp>
      <p:sp>
        <p:nvSpPr>
          <p:cNvPr id="115" name="Text 29">
            <a:extLst>
              <a:ext uri="{FF2B5EF4-FFF2-40B4-BE49-F238E27FC236}">
                <a16:creationId xmlns:a16="http://schemas.microsoft.com/office/drawing/2014/main" id="{9E8C6979-A9DA-4919-ACE2-17C83BA8F62E}"/>
              </a:ext>
            </a:extLst>
          </p:cNvPr>
          <p:cNvSpPr/>
          <p:nvPr/>
        </p:nvSpPr>
        <p:spPr>
          <a:xfrm>
            <a:off x="8944945" y="25560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›</a:t>
            </a:r>
            <a:endParaRPr lang="en-US" sz="2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6" name="Shape 30">
            <a:extLst>
              <a:ext uri="{FF2B5EF4-FFF2-40B4-BE49-F238E27FC236}">
                <a16:creationId xmlns:a16="http://schemas.microsoft.com/office/drawing/2014/main" id="{EA15DFFB-86EB-4AAC-A00A-5837228D8CF8}"/>
              </a:ext>
            </a:extLst>
          </p:cNvPr>
          <p:cNvSpPr/>
          <p:nvPr/>
        </p:nvSpPr>
        <p:spPr>
          <a:xfrm>
            <a:off x="9237553" y="1385568"/>
            <a:ext cx="1993392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7" name="Shape 31">
            <a:extLst>
              <a:ext uri="{FF2B5EF4-FFF2-40B4-BE49-F238E27FC236}">
                <a16:creationId xmlns:a16="http://schemas.microsoft.com/office/drawing/2014/main" id="{9219D888-3688-4FF3-8E06-6341D74A8483}"/>
              </a:ext>
            </a:extLst>
          </p:cNvPr>
          <p:cNvSpPr/>
          <p:nvPr/>
        </p:nvSpPr>
        <p:spPr>
          <a:xfrm>
            <a:off x="9959929" y="15684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8" name="Image 4" descr="/home/claude/icons/envelope_white.png">
            <a:extLst>
              <a:ext uri="{FF2B5EF4-FFF2-40B4-BE49-F238E27FC236}">
                <a16:creationId xmlns:a16="http://schemas.microsoft.com/office/drawing/2014/main" id="{E2F67B75-2BFB-4915-B46C-2E0AC53B1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7945" y="1696464"/>
            <a:ext cx="292608" cy="292608"/>
          </a:xfrm>
          <a:prstGeom prst="rect">
            <a:avLst/>
          </a:prstGeom>
        </p:spPr>
      </p:pic>
      <p:sp>
        <p:nvSpPr>
          <p:cNvPr id="119" name="Text 32">
            <a:extLst>
              <a:ext uri="{FF2B5EF4-FFF2-40B4-BE49-F238E27FC236}">
                <a16:creationId xmlns:a16="http://schemas.microsoft.com/office/drawing/2014/main" id="{BC3010D5-6BB3-43EC-A1FB-F86881C27293}"/>
              </a:ext>
            </a:extLst>
          </p:cNvPr>
          <p:cNvSpPr/>
          <p:nvPr/>
        </p:nvSpPr>
        <p:spPr>
          <a:xfrm>
            <a:off x="9310705" y="225424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ko-KR" altLang="en-US" b="1" dirty="0">
                <a:solidFill>
                  <a:srgbClr val="1E2761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대시 보드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0" name="Text 33">
            <a:extLst>
              <a:ext uri="{FF2B5EF4-FFF2-40B4-BE49-F238E27FC236}">
                <a16:creationId xmlns:a16="http://schemas.microsoft.com/office/drawing/2014/main" id="{D183D60C-83C9-41C1-B53B-AC77050BC96E}"/>
              </a:ext>
            </a:extLst>
          </p:cNvPr>
          <p:cNvSpPr/>
          <p:nvPr/>
        </p:nvSpPr>
        <p:spPr>
          <a:xfrm>
            <a:off x="9328993" y="287604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주요 뉴스 관련</a:t>
            </a:r>
            <a:endParaRPr lang="en-US" altLang="ko-KR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  <a:p>
            <a:pPr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기업정보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(DART),</a:t>
            </a:r>
          </a:p>
          <a:p>
            <a:pPr indent="0" algn="ctr">
              <a:lnSpc>
                <a:spcPct val="115000"/>
              </a:lnSpc>
              <a:buNone/>
            </a:pP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주가</a:t>
            </a:r>
            <a:r>
              <a:rPr lang="en-US" altLang="ko-KR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(KIS) </a:t>
            </a:r>
            <a:r>
              <a:rPr lang="ko-KR" altLang="en-US" sz="1200" dirty="0">
                <a:solidFill>
                  <a:srgbClr val="4A4A4A"/>
                </a:solidFill>
                <a:latin typeface="페이퍼로지 5 Medium" pitchFamily="2" charset="-127"/>
                <a:ea typeface="페이퍼로지 5 Medium" pitchFamily="2" charset="-127"/>
                <a:cs typeface="Calibri" pitchFamily="34" charset="-120"/>
              </a:rPr>
              <a:t>연동</a:t>
            </a:r>
            <a:endParaRPr lang="en-US" sz="1200" dirty="0">
              <a:solidFill>
                <a:srgbClr val="4A4A4A"/>
              </a:solidFill>
              <a:latin typeface="페이퍼로지 5 Medium" pitchFamily="2" charset="-127"/>
              <a:ea typeface="페이퍼로지 5 Medium" pitchFamily="2" charset="-127"/>
              <a:cs typeface="Calibri" pitchFamily="34" charset="-12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0420476-BA28-4DEA-8510-49FCE6AD13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70" y="1474179"/>
            <a:ext cx="793147" cy="803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1D4C7B1-9101-4899-BA27-3C41C0EC73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2029" y="1520916"/>
            <a:ext cx="754392" cy="7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7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4.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보안 </a:t>
            </a: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&amp;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운영 정책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F31C79-B8AD-471E-9E2E-59E200270147}"/>
              </a:ext>
            </a:extLst>
          </p:cNvPr>
          <p:cNvGrpSpPr/>
          <p:nvPr/>
        </p:nvGrpSpPr>
        <p:grpSpPr>
          <a:xfrm>
            <a:off x="364645" y="1040408"/>
            <a:ext cx="10474340" cy="5215425"/>
            <a:chOff x="320040" y="1051560"/>
            <a:chExt cx="8595360" cy="3886200"/>
          </a:xfrm>
        </p:grpSpPr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F068061E-A62D-4DAA-AADF-2F288C308593}"/>
                </a:ext>
              </a:extLst>
            </p:cNvPr>
            <p:cNvSpPr/>
            <p:nvPr/>
          </p:nvSpPr>
          <p:spPr>
            <a:xfrm>
              <a:off x="320040" y="1051560"/>
              <a:ext cx="27432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pic>
          <p:nvPicPr>
            <p:cNvPr id="54" name="Image 0" descr="preencoded.png">
              <a:extLst>
                <a:ext uri="{FF2B5EF4-FFF2-40B4-BE49-F238E27FC236}">
                  <a16:creationId xmlns:a16="http://schemas.microsoft.com/office/drawing/2014/main" id="{1939E8C9-62DF-4425-A4E1-F7DAE67EB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161288"/>
              <a:ext cx="365760" cy="365760"/>
            </a:xfrm>
            <a:prstGeom prst="rect">
              <a:avLst/>
            </a:prstGeom>
          </p:spPr>
        </p:pic>
        <p:sp>
          <p:nvSpPr>
            <p:cNvPr id="55" name="Text 4">
              <a:extLst>
                <a:ext uri="{FF2B5EF4-FFF2-40B4-BE49-F238E27FC236}">
                  <a16:creationId xmlns:a16="http://schemas.microsoft.com/office/drawing/2014/main" id="{AF1F8DE7-FCF8-40E9-A589-541C2EEC779D}"/>
                </a:ext>
              </a:extLst>
            </p:cNvPr>
            <p:cNvSpPr/>
            <p:nvPr/>
          </p:nvSpPr>
          <p:spPr>
            <a:xfrm>
              <a:off x="914400" y="11430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Key 보안</a:t>
              </a:r>
              <a:endParaRPr lang="en-US" sz="1200" dirty="0"/>
            </a:p>
          </p:txBody>
        </p:sp>
        <p:sp>
          <p:nvSpPr>
            <p:cNvPr id="56" name="Text 5">
              <a:extLst>
                <a:ext uri="{FF2B5EF4-FFF2-40B4-BE49-F238E27FC236}">
                  <a16:creationId xmlns:a16="http://schemas.microsoft.com/office/drawing/2014/main" id="{1BF8993C-C692-47F7-A6B9-C9BF777F9EF6}"/>
                </a:ext>
              </a:extLst>
            </p:cNvPr>
            <p:cNvSpPr/>
            <p:nvPr/>
          </p:nvSpPr>
          <p:spPr>
            <a:xfrm>
              <a:off x="457200" y="1600200"/>
              <a:ext cx="246888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환경변수로만 보관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코드·설정파일·로그 노출 금지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예외 메시지에 키 미포함</a:t>
              </a:r>
              <a:endParaRPr lang="en-US" sz="1000" dirty="0"/>
            </a:p>
          </p:txBody>
        </p:sp>
        <p:sp>
          <p:nvSpPr>
            <p:cNvPr id="57" name="Shape 6">
              <a:extLst>
                <a:ext uri="{FF2B5EF4-FFF2-40B4-BE49-F238E27FC236}">
                  <a16:creationId xmlns:a16="http://schemas.microsoft.com/office/drawing/2014/main" id="{51F71B1A-AC69-4FB1-9F63-85F5A14C00D0}"/>
                </a:ext>
              </a:extLst>
            </p:cNvPr>
            <p:cNvSpPr/>
            <p:nvPr/>
          </p:nvSpPr>
          <p:spPr>
            <a:xfrm>
              <a:off x="3246120" y="1051560"/>
              <a:ext cx="27432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pic>
          <p:nvPicPr>
            <p:cNvPr id="58" name="Image 1" descr="preencoded.png">
              <a:extLst>
                <a:ext uri="{FF2B5EF4-FFF2-40B4-BE49-F238E27FC236}">
                  <a16:creationId xmlns:a16="http://schemas.microsoft.com/office/drawing/2014/main" id="{8718BFDD-3336-432B-9CA7-872934D6B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3280" y="1161288"/>
              <a:ext cx="365760" cy="365760"/>
            </a:xfrm>
            <a:prstGeom prst="rect">
              <a:avLst/>
            </a:prstGeom>
          </p:spPr>
        </p:pic>
        <p:sp>
          <p:nvSpPr>
            <p:cNvPr id="59" name="Text 7">
              <a:extLst>
                <a:ext uri="{FF2B5EF4-FFF2-40B4-BE49-F238E27FC236}">
                  <a16:creationId xmlns:a16="http://schemas.microsoft.com/office/drawing/2014/main" id="{A4A0961C-CFA0-4FC6-9504-82F5C08F645D}"/>
                </a:ext>
              </a:extLst>
            </p:cNvPr>
            <p:cNvSpPr/>
            <p:nvPr/>
          </p:nvSpPr>
          <p:spPr>
            <a:xfrm>
              <a:off x="3840480" y="11430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CSRF 방지</a:t>
              </a:r>
              <a:endParaRPr lang="en-US" sz="1200" dirty="0"/>
            </a:p>
          </p:txBody>
        </p:sp>
        <p:sp>
          <p:nvSpPr>
            <p:cNvPr id="60" name="Text 8">
              <a:extLst>
                <a:ext uri="{FF2B5EF4-FFF2-40B4-BE49-F238E27FC236}">
                  <a16:creationId xmlns:a16="http://schemas.microsoft.com/office/drawing/2014/main" id="{BC430891-B517-40FB-8612-F16598E91F51}"/>
                </a:ext>
              </a:extLst>
            </p:cNvPr>
            <p:cNvSpPr/>
            <p:nvPr/>
          </p:nvSpPr>
          <p:spPr>
            <a:xfrm>
              <a:off x="3383280" y="1600200"/>
              <a:ext cx="246888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CsrfFilter 전 요청 검증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 상태변경 요청 토큰 필수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세션 기반 토큰 생성/검증</a:t>
              </a:r>
              <a:endParaRPr lang="en-US" sz="1000" dirty="0"/>
            </a:p>
          </p:txBody>
        </p:sp>
        <p:sp>
          <p:nvSpPr>
            <p:cNvPr id="61" name="Shape 9">
              <a:extLst>
                <a:ext uri="{FF2B5EF4-FFF2-40B4-BE49-F238E27FC236}">
                  <a16:creationId xmlns:a16="http://schemas.microsoft.com/office/drawing/2014/main" id="{18703488-B35D-4C1C-ADBD-694B10459976}"/>
                </a:ext>
              </a:extLst>
            </p:cNvPr>
            <p:cNvSpPr/>
            <p:nvPr/>
          </p:nvSpPr>
          <p:spPr>
            <a:xfrm>
              <a:off x="6172200" y="1051560"/>
              <a:ext cx="27432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pic>
          <p:nvPicPr>
            <p:cNvPr id="62" name="Image 2" descr="preencoded.png">
              <a:extLst>
                <a:ext uri="{FF2B5EF4-FFF2-40B4-BE49-F238E27FC236}">
                  <a16:creationId xmlns:a16="http://schemas.microsoft.com/office/drawing/2014/main" id="{EB38948F-72F7-4C14-8166-0B5B324BB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9360" y="1161288"/>
              <a:ext cx="365760" cy="365760"/>
            </a:xfrm>
            <a:prstGeom prst="rect">
              <a:avLst/>
            </a:prstGeom>
          </p:spPr>
        </p:pic>
        <p:sp>
          <p:nvSpPr>
            <p:cNvPr id="63" name="Text 10">
              <a:extLst>
                <a:ext uri="{FF2B5EF4-FFF2-40B4-BE49-F238E27FC236}">
                  <a16:creationId xmlns:a16="http://schemas.microsoft.com/office/drawing/2014/main" id="{D4BE8BE9-17E8-4039-8641-77B1519FA4F8}"/>
                </a:ext>
              </a:extLst>
            </p:cNvPr>
            <p:cNvSpPr/>
            <p:nvPr/>
          </p:nvSpPr>
          <p:spPr>
            <a:xfrm>
              <a:off x="6766560" y="11430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XSS 방지</a:t>
              </a:r>
              <a:endParaRPr lang="en-US" sz="1200" dirty="0"/>
            </a:p>
          </p:txBody>
        </p:sp>
        <p:sp>
          <p:nvSpPr>
            <p:cNvPr id="64" name="Text 11">
              <a:extLst>
                <a:ext uri="{FF2B5EF4-FFF2-40B4-BE49-F238E27FC236}">
                  <a16:creationId xmlns:a16="http://schemas.microsoft.com/office/drawing/2014/main" id="{625DF51B-651F-4C0A-B44D-D0D7DEA1CEC1}"/>
                </a:ext>
              </a:extLst>
            </p:cNvPr>
            <p:cNvSpPr/>
            <p:nvPr/>
          </p:nvSpPr>
          <p:spPr>
            <a:xfrm>
              <a:off x="6309360" y="1600200"/>
              <a:ext cx="246888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JSP: c:out / escape 출력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JS: textContent/escape 사용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SQL: PreparedStatement 전용</a:t>
              </a:r>
              <a:endParaRPr lang="en-US" sz="1000" dirty="0"/>
            </a:p>
          </p:txBody>
        </p:sp>
        <p:sp>
          <p:nvSpPr>
            <p:cNvPr id="69" name="Shape 12">
              <a:extLst>
                <a:ext uri="{FF2B5EF4-FFF2-40B4-BE49-F238E27FC236}">
                  <a16:creationId xmlns:a16="http://schemas.microsoft.com/office/drawing/2014/main" id="{FF29EA79-59CC-470D-AA6E-CC5475C4192A}"/>
                </a:ext>
              </a:extLst>
            </p:cNvPr>
            <p:cNvSpPr/>
            <p:nvPr/>
          </p:nvSpPr>
          <p:spPr>
            <a:xfrm>
              <a:off x="320040" y="3108960"/>
              <a:ext cx="27432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pic>
          <p:nvPicPr>
            <p:cNvPr id="74" name="Image 3" descr="preencoded.png">
              <a:extLst>
                <a:ext uri="{FF2B5EF4-FFF2-40B4-BE49-F238E27FC236}">
                  <a16:creationId xmlns:a16="http://schemas.microsoft.com/office/drawing/2014/main" id="{B1BE1B58-6173-4178-A1FA-90660D8CF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" y="3218688"/>
              <a:ext cx="365760" cy="365760"/>
            </a:xfrm>
            <a:prstGeom prst="rect">
              <a:avLst/>
            </a:prstGeom>
          </p:spPr>
        </p:pic>
        <p:sp>
          <p:nvSpPr>
            <p:cNvPr id="79" name="Text 13">
              <a:extLst>
                <a:ext uri="{FF2B5EF4-FFF2-40B4-BE49-F238E27FC236}">
                  <a16:creationId xmlns:a16="http://schemas.microsoft.com/office/drawing/2014/main" id="{E0325D7C-6509-4D65-BB3F-77BFA465A236}"/>
                </a:ext>
              </a:extLst>
            </p:cNvPr>
            <p:cNvSpPr/>
            <p:nvPr/>
          </p:nvSpPr>
          <p:spPr>
            <a:xfrm>
              <a:off x="914400" y="32004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스케줄러 안정성</a:t>
              </a:r>
              <a:endParaRPr lang="en-US" sz="1200" dirty="0"/>
            </a:p>
          </p:txBody>
        </p:sp>
        <p:sp>
          <p:nvSpPr>
            <p:cNvPr id="85" name="Text 14">
              <a:extLst>
                <a:ext uri="{FF2B5EF4-FFF2-40B4-BE49-F238E27FC236}">
                  <a16:creationId xmlns:a16="http://schemas.microsoft.com/office/drawing/2014/main" id="{599ADC66-C26C-414B-AC69-3FF93AE8D6AC}"/>
                </a:ext>
              </a:extLst>
            </p:cNvPr>
            <p:cNvSpPr/>
            <p:nvPr/>
          </p:nvSpPr>
          <p:spPr>
            <a:xfrm>
              <a:off x="457200" y="3657600"/>
              <a:ext cx="246888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daemon 스레드 설정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setRemoveOnCancelPolicy(true)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shutdown→awaitTermination→shutdownNow</a:t>
              </a:r>
              <a:endParaRPr lang="en-US" sz="1000" dirty="0"/>
            </a:p>
          </p:txBody>
        </p:sp>
        <p:sp>
          <p:nvSpPr>
            <p:cNvPr id="86" name="Shape 15">
              <a:extLst>
                <a:ext uri="{FF2B5EF4-FFF2-40B4-BE49-F238E27FC236}">
                  <a16:creationId xmlns:a16="http://schemas.microsoft.com/office/drawing/2014/main" id="{256B97ED-7A3E-44CA-B616-79FEFEDB9DB9}"/>
                </a:ext>
              </a:extLst>
            </p:cNvPr>
            <p:cNvSpPr/>
            <p:nvPr/>
          </p:nvSpPr>
          <p:spPr>
            <a:xfrm>
              <a:off x="3246120" y="3108960"/>
              <a:ext cx="27432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pic>
          <p:nvPicPr>
            <p:cNvPr id="87" name="Image 4" descr="preencoded.png">
              <a:extLst>
                <a:ext uri="{FF2B5EF4-FFF2-40B4-BE49-F238E27FC236}">
                  <a16:creationId xmlns:a16="http://schemas.microsoft.com/office/drawing/2014/main" id="{ECE5AB32-B49C-4276-9D9B-D3E47851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3280" y="3218688"/>
              <a:ext cx="365760" cy="365760"/>
            </a:xfrm>
            <a:prstGeom prst="rect">
              <a:avLst/>
            </a:prstGeom>
          </p:spPr>
        </p:pic>
        <p:sp>
          <p:nvSpPr>
            <p:cNvPr id="88" name="Text 16">
              <a:extLst>
                <a:ext uri="{FF2B5EF4-FFF2-40B4-BE49-F238E27FC236}">
                  <a16:creationId xmlns:a16="http://schemas.microsoft.com/office/drawing/2014/main" id="{0779257C-E817-436D-95D6-08A50FD6A3AE}"/>
                </a:ext>
              </a:extLst>
            </p:cNvPr>
            <p:cNvSpPr/>
            <p:nvPr/>
          </p:nvSpPr>
          <p:spPr>
            <a:xfrm>
              <a:off x="3840480" y="32004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쿼터 관리</a:t>
              </a:r>
              <a:endParaRPr lang="en-US" sz="1200" dirty="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37A5B87F-1A67-4413-8A5C-91C73E08B2AB}"/>
                </a:ext>
              </a:extLst>
            </p:cNvPr>
            <p:cNvSpPr/>
            <p:nvPr/>
          </p:nvSpPr>
          <p:spPr>
            <a:xfrm>
              <a:off x="3383280" y="3657600"/>
              <a:ext cx="246888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일일 25,000건 한도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안전계수 0.8 → 실질 20,000건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동적 주기 (하한 12초)</a:t>
              </a:r>
              <a:endParaRPr lang="en-US" sz="1000" dirty="0"/>
            </a:p>
          </p:txBody>
        </p:sp>
        <p:sp>
          <p:nvSpPr>
            <p:cNvPr id="91" name="Shape 18">
              <a:extLst>
                <a:ext uri="{FF2B5EF4-FFF2-40B4-BE49-F238E27FC236}">
                  <a16:creationId xmlns:a16="http://schemas.microsoft.com/office/drawing/2014/main" id="{06633BEE-894C-4CB9-A446-83F9AE2C9B41}"/>
                </a:ext>
              </a:extLst>
            </p:cNvPr>
            <p:cNvSpPr/>
            <p:nvPr/>
          </p:nvSpPr>
          <p:spPr>
            <a:xfrm>
              <a:off x="6172200" y="3108960"/>
              <a:ext cx="27432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3000"/>
                </a:srgbClr>
              </a:outerShdw>
            </a:effectLst>
          </p:spPr>
        </p:sp>
        <p:pic>
          <p:nvPicPr>
            <p:cNvPr id="92" name="Image 5" descr="preencoded.png">
              <a:extLst>
                <a:ext uri="{FF2B5EF4-FFF2-40B4-BE49-F238E27FC236}">
                  <a16:creationId xmlns:a16="http://schemas.microsoft.com/office/drawing/2014/main" id="{F23F2240-49EB-410E-85C9-5FA73E520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9360" y="3218688"/>
              <a:ext cx="365760" cy="365760"/>
            </a:xfrm>
            <a:prstGeom prst="rect">
              <a:avLst/>
            </a:prstGeom>
          </p:spPr>
        </p:pic>
        <p:sp>
          <p:nvSpPr>
            <p:cNvPr id="93" name="Text 19">
              <a:extLst>
                <a:ext uri="{FF2B5EF4-FFF2-40B4-BE49-F238E27FC236}">
                  <a16:creationId xmlns:a16="http://schemas.microsoft.com/office/drawing/2014/main" id="{67D797EB-EAF9-4A05-89FA-A316060E1322}"/>
                </a:ext>
              </a:extLst>
            </p:cNvPr>
            <p:cNvSpPr/>
            <p:nvPr/>
          </p:nvSpPr>
          <p:spPr>
            <a:xfrm>
              <a:off x="6766560" y="320040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투자 면책</a:t>
              </a:r>
              <a:endParaRPr lang="en-US" sz="1200" dirty="0"/>
            </a:p>
          </p:txBody>
        </p:sp>
        <p:sp>
          <p:nvSpPr>
            <p:cNvPr id="94" name="Text 20">
              <a:extLst>
                <a:ext uri="{FF2B5EF4-FFF2-40B4-BE49-F238E27FC236}">
                  <a16:creationId xmlns:a16="http://schemas.microsoft.com/office/drawing/2014/main" id="{34D93977-ABC7-40C2-B204-852A869F2F79}"/>
                </a:ext>
              </a:extLst>
            </p:cNvPr>
            <p:cNvSpPr/>
            <p:nvPr/>
          </p:nvSpPr>
          <p:spPr>
            <a:xfrm>
              <a:off x="6309360" y="3657600"/>
              <a:ext cx="246888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footer.jsp 고정 노출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'투자 참고용' 법적 면책 문구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기사 본문 전문 저장 금지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920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8.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향후계획 </a:t>
            </a: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–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기대 효과 및 향후 발전 방향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D81E937-D8FB-42F5-8584-36CB7DFBAFE4}"/>
              </a:ext>
            </a:extLst>
          </p:cNvPr>
          <p:cNvGrpSpPr/>
          <p:nvPr/>
        </p:nvGrpSpPr>
        <p:grpSpPr>
          <a:xfrm>
            <a:off x="5817809" y="880760"/>
            <a:ext cx="5090299" cy="435600"/>
            <a:chOff x="603674" y="2667152"/>
            <a:chExt cx="4627545" cy="396000"/>
          </a:xfrm>
          <a:solidFill>
            <a:schemeClr val="tx1"/>
          </a:solidFill>
          <a:effectLst/>
        </p:grpSpPr>
        <p:sp>
          <p:nvSpPr>
            <p:cNvPr id="59" name="사각형: 둥근 위쪽 모서리 201">
              <a:extLst>
                <a:ext uri="{FF2B5EF4-FFF2-40B4-BE49-F238E27FC236}">
                  <a16:creationId xmlns:a16="http://schemas.microsoft.com/office/drawing/2014/main" id="{618AEE5E-9080-49C0-87B4-2E90338F5DC2}"/>
                </a:ext>
              </a:extLst>
            </p:cNvPr>
            <p:cNvSpPr/>
            <p:nvPr/>
          </p:nvSpPr>
          <p:spPr>
            <a:xfrm>
              <a:off x="603674" y="2667152"/>
              <a:ext cx="4627545" cy="396000"/>
            </a:xfrm>
            <a:prstGeom prst="rect">
              <a:avLst/>
            </a:prstGeom>
            <a:grpFill/>
            <a:ln w="6350">
              <a:noFill/>
            </a:ln>
            <a:effectLst>
              <a:outerShdw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500" spc="-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0" name="사각형: 둥근 위쪽 모서리 201">
              <a:extLst>
                <a:ext uri="{FF2B5EF4-FFF2-40B4-BE49-F238E27FC236}">
                  <a16:creationId xmlns:a16="http://schemas.microsoft.com/office/drawing/2014/main" id="{A8813801-0B3E-452D-B839-DE97552A4798}"/>
                </a:ext>
              </a:extLst>
            </p:cNvPr>
            <p:cNvSpPr/>
            <p:nvPr/>
          </p:nvSpPr>
          <p:spPr>
            <a:xfrm>
              <a:off x="2405951" y="2753234"/>
              <a:ext cx="1023007" cy="22383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ko-KR" altLang="en-US" sz="16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향후 발전 방향</a:t>
              </a:r>
            </a:p>
          </p:txBody>
        </p:sp>
      </p:grpSp>
      <p:sp>
        <p:nvSpPr>
          <p:cNvPr id="61" name="직각 삼각형 60">
            <a:extLst>
              <a:ext uri="{FF2B5EF4-FFF2-40B4-BE49-F238E27FC236}">
                <a16:creationId xmlns:a16="http://schemas.microsoft.com/office/drawing/2014/main" id="{6FA30C48-25EE-473B-9D52-32CA909B99BE}"/>
              </a:ext>
            </a:extLst>
          </p:cNvPr>
          <p:cNvSpPr/>
          <p:nvPr/>
        </p:nvSpPr>
        <p:spPr>
          <a:xfrm rot="5400000">
            <a:off x="612360" y="798136"/>
            <a:ext cx="297029" cy="456436"/>
          </a:xfrm>
          <a:prstGeom prst="rtTriangle">
            <a:avLst/>
          </a:prstGeom>
          <a:solidFill>
            <a:srgbClr val="FFFFFF">
              <a:alpha val="14902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88F7C4-6F1E-4DDB-B2E3-AE1FFC15DD00}"/>
              </a:ext>
            </a:extLst>
          </p:cNvPr>
          <p:cNvGrpSpPr/>
          <p:nvPr/>
        </p:nvGrpSpPr>
        <p:grpSpPr>
          <a:xfrm>
            <a:off x="575096" y="877840"/>
            <a:ext cx="5090299" cy="435600"/>
            <a:chOff x="603674" y="2667152"/>
            <a:chExt cx="4627545" cy="396000"/>
          </a:xfrm>
          <a:effectLst/>
        </p:grpSpPr>
        <p:sp>
          <p:nvSpPr>
            <p:cNvPr id="63" name="사각형: 둥근 위쪽 모서리 201">
              <a:extLst>
                <a:ext uri="{FF2B5EF4-FFF2-40B4-BE49-F238E27FC236}">
                  <a16:creationId xmlns:a16="http://schemas.microsoft.com/office/drawing/2014/main" id="{A0A5800F-FD04-4DFB-8643-3D2C6A0EFE41}"/>
                </a:ext>
              </a:extLst>
            </p:cNvPr>
            <p:cNvSpPr/>
            <p:nvPr/>
          </p:nvSpPr>
          <p:spPr>
            <a:xfrm>
              <a:off x="603674" y="2667152"/>
              <a:ext cx="4627545" cy="396000"/>
            </a:xfrm>
            <a:prstGeom prst="rect">
              <a:avLst/>
            </a:prstGeom>
            <a:solidFill>
              <a:srgbClr val="003763"/>
            </a:solidFill>
            <a:ln w="6350">
              <a:noFill/>
            </a:ln>
            <a:effectLst>
              <a:outerShdw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500" spc="-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4" name="사각형: 둥근 위쪽 모서리 201">
              <a:extLst>
                <a:ext uri="{FF2B5EF4-FFF2-40B4-BE49-F238E27FC236}">
                  <a16:creationId xmlns:a16="http://schemas.microsoft.com/office/drawing/2014/main" id="{0C36EF4C-8EC3-4E70-B178-895B8AD0A1A7}"/>
                </a:ext>
              </a:extLst>
            </p:cNvPr>
            <p:cNvSpPr/>
            <p:nvPr/>
          </p:nvSpPr>
          <p:spPr>
            <a:xfrm>
              <a:off x="2599766" y="2753234"/>
              <a:ext cx="635373" cy="22383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ko-KR" altLang="en-US" sz="16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기대효과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13A9E2B-C035-406B-8AE3-85F7D5A6E10B}"/>
              </a:ext>
            </a:extLst>
          </p:cNvPr>
          <p:cNvGrpSpPr/>
          <p:nvPr/>
        </p:nvGrpSpPr>
        <p:grpSpPr>
          <a:xfrm>
            <a:off x="842553" y="1960765"/>
            <a:ext cx="506004" cy="506004"/>
            <a:chOff x="-1254221" y="4016979"/>
            <a:chExt cx="1380084" cy="1380084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740D1318-7603-4D6F-A348-551C15DB9035}"/>
                </a:ext>
              </a:extLst>
            </p:cNvPr>
            <p:cNvSpPr/>
            <p:nvPr/>
          </p:nvSpPr>
          <p:spPr>
            <a:xfrm>
              <a:off x="-1254221" y="4016979"/>
              <a:ext cx="1380084" cy="13800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 dirty="0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4BB3BE7-34C3-419A-B863-F15DC002C14C}"/>
                </a:ext>
              </a:extLst>
            </p:cNvPr>
            <p:cNvGrpSpPr/>
            <p:nvPr/>
          </p:nvGrpSpPr>
          <p:grpSpPr>
            <a:xfrm>
              <a:off x="-1194180" y="4077021"/>
              <a:ext cx="1259999" cy="1260000"/>
              <a:chOff x="-1053183" y="3974618"/>
              <a:chExt cx="1259999" cy="1260000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B9EEC57E-B939-411F-B259-4E02B4C66D42}"/>
                  </a:ext>
                </a:extLst>
              </p:cNvPr>
              <p:cNvSpPr/>
              <p:nvPr/>
            </p:nvSpPr>
            <p:spPr>
              <a:xfrm>
                <a:off x="-1053183" y="3974618"/>
                <a:ext cx="1259999" cy="1260000"/>
              </a:xfrm>
              <a:prstGeom prst="ellipse">
                <a:avLst/>
              </a:prstGeom>
              <a:solidFill>
                <a:srgbClr val="0070C0"/>
              </a:solidFill>
              <a:ln w="6350">
                <a:noFill/>
              </a:ln>
              <a:effectLst>
                <a:outerShdw dist="381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endParaRPr lang="ko-KR" altLang="en-US" dirty="0"/>
              </a:p>
            </p:txBody>
          </p:sp>
          <p:sp>
            <p:nvSpPr>
              <p:cNvPr id="70" name="현 69">
                <a:extLst>
                  <a:ext uri="{FF2B5EF4-FFF2-40B4-BE49-F238E27FC236}">
                    <a16:creationId xmlns:a16="http://schemas.microsoft.com/office/drawing/2014/main" id="{4212239A-D9A4-4991-BC04-2A0CFC0ACD50}"/>
                  </a:ext>
                </a:extLst>
              </p:cNvPr>
              <p:cNvSpPr/>
              <p:nvPr/>
            </p:nvSpPr>
            <p:spPr>
              <a:xfrm>
                <a:off x="-1006053" y="4021747"/>
                <a:ext cx="1165743" cy="1165743"/>
              </a:xfrm>
              <a:prstGeom prst="chord">
                <a:avLst>
                  <a:gd name="adj1" fmla="val 7519765"/>
                  <a:gd name="adj2" fmla="val 18832864"/>
                </a:avLst>
              </a:prstGeom>
              <a:gradFill>
                <a:gsLst>
                  <a:gs pos="0">
                    <a:schemeClr val="bg1">
                      <a:alpha val="2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9ABD6745-B3CA-4E21-BF27-2F56BC5816C9}"/>
                  </a:ext>
                </a:extLst>
              </p:cNvPr>
              <p:cNvSpPr/>
              <p:nvPr/>
            </p:nvSpPr>
            <p:spPr>
              <a:xfrm>
                <a:off x="-898815" y="4096760"/>
                <a:ext cx="951272" cy="101571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ko-KR" sz="1600" spc="-3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1</a:t>
                </a:r>
                <a:endParaRPr lang="ko-KR" altLang="en-US" sz="1600" spc="-3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AAA714-87FE-4087-B034-EB09CD2C2708}"/>
              </a:ext>
            </a:extLst>
          </p:cNvPr>
          <p:cNvSpPr/>
          <p:nvPr/>
        </p:nvSpPr>
        <p:spPr>
          <a:xfrm>
            <a:off x="1560522" y="2331738"/>
            <a:ext cx="4414770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매일 반복되는 뉴스 확인 시간 절감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9D278D-ACF1-4C8D-95E5-4D03A6687BCB}"/>
              </a:ext>
            </a:extLst>
          </p:cNvPr>
          <p:cNvSpPr/>
          <p:nvPr/>
        </p:nvSpPr>
        <p:spPr>
          <a:xfrm>
            <a:off x="1555984" y="1974425"/>
            <a:ext cx="1032334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4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업무 효율 향상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55A9819-8CDC-4AD9-B3F2-9DBD339948A6}"/>
              </a:ext>
            </a:extLst>
          </p:cNvPr>
          <p:cNvCxnSpPr>
            <a:cxnSpLocks/>
          </p:cNvCxnSpPr>
          <p:nvPr/>
        </p:nvCxnSpPr>
        <p:spPr>
          <a:xfrm>
            <a:off x="1440023" y="2226390"/>
            <a:ext cx="3159892" cy="0"/>
          </a:xfrm>
          <a:prstGeom prst="line">
            <a:avLst/>
          </a:prstGeom>
          <a:ln w="9525" cap="rnd">
            <a:solidFill>
              <a:schemeClr val="bg1">
                <a:lumMod val="85000"/>
                <a:alpha val="50000"/>
              </a:schemeClr>
            </a:solidFill>
            <a:prstDash val="solid"/>
            <a:round/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A22F543-22CF-444D-828A-E4B925AB916E}"/>
              </a:ext>
            </a:extLst>
          </p:cNvPr>
          <p:cNvSpPr/>
          <p:nvPr/>
        </p:nvSpPr>
        <p:spPr>
          <a:xfrm>
            <a:off x="6685342" y="3765704"/>
            <a:ext cx="4414770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영향도 점수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특정 키워드 뉴스 급증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부정 </a:t>
            </a:r>
            <a:r>
              <a:rPr lang="ko-KR" altLang="en-US" sz="1100" dirty="0" err="1">
                <a:latin typeface="페이퍼로지 7 Bold" pitchFamily="2" charset="-127"/>
                <a:ea typeface="페이퍼로지 7 Bold" pitchFamily="2" charset="-127"/>
              </a:rPr>
              <a:t>뉴시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 비율 급증 등 상황 발생시 알림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79EF48A4-C774-47E7-8944-4F54E3C6CBF9}"/>
              </a:ext>
            </a:extLst>
          </p:cNvPr>
          <p:cNvGrpSpPr/>
          <p:nvPr/>
        </p:nvGrpSpPr>
        <p:grpSpPr>
          <a:xfrm>
            <a:off x="842553" y="3088788"/>
            <a:ext cx="506004" cy="506004"/>
            <a:chOff x="-1254221" y="4016979"/>
            <a:chExt cx="1380084" cy="1380084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2334C554-E7A8-42D1-83F1-7472B4ABC376}"/>
                </a:ext>
              </a:extLst>
            </p:cNvPr>
            <p:cNvSpPr/>
            <p:nvPr/>
          </p:nvSpPr>
          <p:spPr>
            <a:xfrm>
              <a:off x="-1254221" y="4016979"/>
              <a:ext cx="1380084" cy="13800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 dirty="0"/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53B66FAD-481E-455E-8E38-011E6C7B1C88}"/>
                </a:ext>
              </a:extLst>
            </p:cNvPr>
            <p:cNvGrpSpPr/>
            <p:nvPr/>
          </p:nvGrpSpPr>
          <p:grpSpPr>
            <a:xfrm>
              <a:off x="-1194180" y="4077021"/>
              <a:ext cx="1259999" cy="1260000"/>
              <a:chOff x="-1053183" y="3974618"/>
              <a:chExt cx="1259999" cy="1260000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AE0DB897-4DA9-489B-B22E-866436E75FAE}"/>
                  </a:ext>
                </a:extLst>
              </p:cNvPr>
              <p:cNvSpPr/>
              <p:nvPr/>
            </p:nvSpPr>
            <p:spPr>
              <a:xfrm>
                <a:off x="-1053183" y="3974618"/>
                <a:ext cx="1259999" cy="1260000"/>
              </a:xfrm>
              <a:prstGeom prst="ellipse">
                <a:avLst/>
              </a:prstGeom>
              <a:solidFill>
                <a:srgbClr val="0070C0"/>
              </a:solidFill>
              <a:ln w="6350">
                <a:noFill/>
              </a:ln>
              <a:effectLst>
                <a:outerShdw dist="381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endParaRPr lang="ko-KR" altLang="en-US" dirty="0"/>
              </a:p>
            </p:txBody>
          </p:sp>
          <p:sp>
            <p:nvSpPr>
              <p:cNvPr id="80" name="현 79">
                <a:extLst>
                  <a:ext uri="{FF2B5EF4-FFF2-40B4-BE49-F238E27FC236}">
                    <a16:creationId xmlns:a16="http://schemas.microsoft.com/office/drawing/2014/main" id="{36612F02-04AD-4159-8076-D9F2E6E55206}"/>
                  </a:ext>
                </a:extLst>
              </p:cNvPr>
              <p:cNvSpPr/>
              <p:nvPr/>
            </p:nvSpPr>
            <p:spPr>
              <a:xfrm>
                <a:off x="-1006053" y="4021747"/>
                <a:ext cx="1165743" cy="1165743"/>
              </a:xfrm>
              <a:prstGeom prst="chord">
                <a:avLst>
                  <a:gd name="adj1" fmla="val 7519765"/>
                  <a:gd name="adj2" fmla="val 18832864"/>
                </a:avLst>
              </a:prstGeom>
              <a:gradFill>
                <a:gsLst>
                  <a:gs pos="0">
                    <a:schemeClr val="bg1">
                      <a:alpha val="2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EA9F12A5-52C6-4536-9A73-DCD62F86D370}"/>
                  </a:ext>
                </a:extLst>
              </p:cNvPr>
              <p:cNvSpPr/>
              <p:nvPr/>
            </p:nvSpPr>
            <p:spPr>
              <a:xfrm>
                <a:off x="-898816" y="4096760"/>
                <a:ext cx="951271" cy="101571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ko-KR" sz="1600" spc="-3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2</a:t>
                </a:r>
                <a:endParaRPr lang="ko-KR" altLang="en-US" sz="1600" spc="-3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A973141-1DDC-4745-BAAE-CE7FE807A6FC}"/>
              </a:ext>
            </a:extLst>
          </p:cNvPr>
          <p:cNvSpPr/>
          <p:nvPr/>
        </p:nvSpPr>
        <p:spPr>
          <a:xfrm>
            <a:off x="1515529" y="3459761"/>
            <a:ext cx="4459764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기반 비정형 데이터 분석 경험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846EB2D-CC2F-4E38-8CB0-2A12190B0FB5}"/>
              </a:ext>
            </a:extLst>
          </p:cNvPr>
          <p:cNvSpPr/>
          <p:nvPr/>
        </p:nvSpPr>
        <p:spPr>
          <a:xfrm>
            <a:off x="1512685" y="3102442"/>
            <a:ext cx="1548501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4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데이터 분석 역량 강화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778BB6C-759A-44EF-99FF-80E986C23694}"/>
              </a:ext>
            </a:extLst>
          </p:cNvPr>
          <p:cNvCxnSpPr>
            <a:cxnSpLocks/>
          </p:cNvCxnSpPr>
          <p:nvPr/>
        </p:nvCxnSpPr>
        <p:spPr>
          <a:xfrm>
            <a:off x="1440023" y="3354411"/>
            <a:ext cx="1980000" cy="0"/>
          </a:xfrm>
          <a:prstGeom prst="line">
            <a:avLst/>
          </a:prstGeom>
          <a:ln w="9525" cap="rnd">
            <a:solidFill>
              <a:schemeClr val="bg1">
                <a:lumMod val="85000"/>
                <a:alpha val="50000"/>
              </a:schemeClr>
            </a:solidFill>
            <a:prstDash val="solid"/>
            <a:round/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63B95D3-5596-427A-AED4-4827A729B7F0}"/>
              </a:ext>
            </a:extLst>
          </p:cNvPr>
          <p:cNvGrpSpPr/>
          <p:nvPr/>
        </p:nvGrpSpPr>
        <p:grpSpPr>
          <a:xfrm>
            <a:off x="850426" y="4222116"/>
            <a:ext cx="506004" cy="506004"/>
            <a:chOff x="-1254221" y="4016979"/>
            <a:chExt cx="1380084" cy="1380084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F5555E65-E376-4613-A128-95EA90E0B87E}"/>
                </a:ext>
              </a:extLst>
            </p:cNvPr>
            <p:cNvSpPr/>
            <p:nvPr/>
          </p:nvSpPr>
          <p:spPr>
            <a:xfrm>
              <a:off x="-1254221" y="4016979"/>
              <a:ext cx="1380084" cy="13800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 dirty="0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9A084272-629A-4985-90F9-0749410FBC3A}"/>
                </a:ext>
              </a:extLst>
            </p:cNvPr>
            <p:cNvGrpSpPr/>
            <p:nvPr/>
          </p:nvGrpSpPr>
          <p:grpSpPr>
            <a:xfrm>
              <a:off x="-1194180" y="4077021"/>
              <a:ext cx="1259999" cy="1260000"/>
              <a:chOff x="-1053183" y="3974618"/>
              <a:chExt cx="1259999" cy="1260000"/>
            </a:xfrm>
          </p:grpSpPr>
          <p:sp>
            <p:nvSpPr>
              <p:cNvPr id="88" name="타원 87">
                <a:extLst>
                  <a:ext uri="{FF2B5EF4-FFF2-40B4-BE49-F238E27FC236}">
                    <a16:creationId xmlns:a16="http://schemas.microsoft.com/office/drawing/2014/main" id="{BE89C94C-BBC9-4214-B14C-A52003D297FF}"/>
                  </a:ext>
                </a:extLst>
              </p:cNvPr>
              <p:cNvSpPr/>
              <p:nvPr/>
            </p:nvSpPr>
            <p:spPr>
              <a:xfrm>
                <a:off x="-1053183" y="3974618"/>
                <a:ext cx="1259999" cy="1260000"/>
              </a:xfrm>
              <a:prstGeom prst="ellipse">
                <a:avLst/>
              </a:prstGeom>
              <a:solidFill>
                <a:srgbClr val="0070C0"/>
              </a:solidFill>
              <a:ln w="6350">
                <a:noFill/>
              </a:ln>
              <a:effectLst>
                <a:outerShdw dist="381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endParaRPr lang="ko-KR" altLang="en-US" dirty="0"/>
              </a:p>
            </p:txBody>
          </p:sp>
          <p:sp>
            <p:nvSpPr>
              <p:cNvPr id="89" name="현 88">
                <a:extLst>
                  <a:ext uri="{FF2B5EF4-FFF2-40B4-BE49-F238E27FC236}">
                    <a16:creationId xmlns:a16="http://schemas.microsoft.com/office/drawing/2014/main" id="{FFA797E5-B459-470A-BC2C-60BD7760F964}"/>
                  </a:ext>
                </a:extLst>
              </p:cNvPr>
              <p:cNvSpPr/>
              <p:nvPr/>
            </p:nvSpPr>
            <p:spPr>
              <a:xfrm>
                <a:off x="-1006053" y="4021747"/>
                <a:ext cx="1165743" cy="1165743"/>
              </a:xfrm>
              <a:prstGeom prst="chord">
                <a:avLst>
                  <a:gd name="adj1" fmla="val 7519765"/>
                  <a:gd name="adj2" fmla="val 18832864"/>
                </a:avLst>
              </a:prstGeom>
              <a:gradFill>
                <a:gsLst>
                  <a:gs pos="0">
                    <a:schemeClr val="bg1">
                      <a:alpha val="2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5CFBE5D5-79F4-4B9A-AD0D-8F3424C6FED6}"/>
                  </a:ext>
                </a:extLst>
              </p:cNvPr>
              <p:cNvSpPr/>
              <p:nvPr/>
            </p:nvSpPr>
            <p:spPr>
              <a:xfrm>
                <a:off x="-898816" y="4096760"/>
                <a:ext cx="951271" cy="101571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ko-KR" sz="1600" spc="-3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3</a:t>
                </a:r>
                <a:endParaRPr lang="ko-KR" altLang="en-US" sz="1600" spc="-3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EF54068-809A-4A4A-9372-6F55CF885F7C}"/>
              </a:ext>
            </a:extLst>
          </p:cNvPr>
          <p:cNvSpPr/>
          <p:nvPr/>
        </p:nvSpPr>
        <p:spPr>
          <a:xfrm>
            <a:off x="1523401" y="4593089"/>
            <a:ext cx="4451891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투자 스터디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시장 모니터링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리서치 업무에 활용 가능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11BFED4-CAF2-4B9D-BA0F-6A5C6F6D2D75}"/>
              </a:ext>
            </a:extLst>
          </p:cNvPr>
          <p:cNvSpPr/>
          <p:nvPr/>
        </p:nvSpPr>
        <p:spPr>
          <a:xfrm>
            <a:off x="1520558" y="4235770"/>
            <a:ext cx="1508426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4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사내 프로젝트 활용성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CC2BAAD-0758-4B70-B78C-976C7C550D97}"/>
              </a:ext>
            </a:extLst>
          </p:cNvPr>
          <p:cNvCxnSpPr>
            <a:cxnSpLocks/>
          </p:cNvCxnSpPr>
          <p:nvPr/>
        </p:nvCxnSpPr>
        <p:spPr>
          <a:xfrm>
            <a:off x="1447896" y="4487738"/>
            <a:ext cx="1980000" cy="0"/>
          </a:xfrm>
          <a:prstGeom prst="line">
            <a:avLst/>
          </a:prstGeom>
          <a:ln w="9525" cap="rnd">
            <a:solidFill>
              <a:schemeClr val="bg1">
                <a:lumMod val="85000"/>
                <a:alpha val="50000"/>
              </a:schemeClr>
            </a:solidFill>
            <a:prstDash val="solid"/>
            <a:round/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6D5F997-33B8-4BEF-BF46-9EF915C3E50C}"/>
              </a:ext>
            </a:extLst>
          </p:cNvPr>
          <p:cNvSpPr/>
          <p:nvPr/>
        </p:nvSpPr>
        <p:spPr>
          <a:xfrm>
            <a:off x="6792974" y="5475504"/>
            <a:ext cx="4414770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사용자가 원하는 키워드 및 관심 종목 관리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BA76727-45EC-43F3-BFE8-FF8573635AD3}"/>
              </a:ext>
            </a:extLst>
          </p:cNvPr>
          <p:cNvSpPr/>
          <p:nvPr/>
        </p:nvSpPr>
        <p:spPr>
          <a:xfrm>
            <a:off x="6580048" y="2178120"/>
            <a:ext cx="4414770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4990" indent="13000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1606" indent="24375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68221" indent="35749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4836" indent="47124" algn="l" defTabSz="911606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33995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807940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7592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743919" algn="l" defTabSz="93598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lvl="0" defTabSz="839128" fontAlgn="auto" latinLnBrk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뉴스 </a:t>
            </a:r>
            <a:r>
              <a:rPr lang="ko-KR" altLang="en-US" sz="1100" dirty="0" err="1">
                <a:latin typeface="페이퍼로지 7 Bold" pitchFamily="2" charset="-127"/>
                <a:ea typeface="페이퍼로지 7 Bold" pitchFamily="2" charset="-127"/>
              </a:rPr>
              <a:t>중복률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 최소화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투자 추천으로 오해 될 수 있는 표현 제거</a:t>
            </a:r>
            <a:r>
              <a:rPr lang="en-US" altLang="ko-KR" sz="1100" dirty="0">
                <a:latin typeface="페이퍼로지 7 Bold" pitchFamily="2" charset="-127"/>
                <a:ea typeface="페이퍼로지 7 Bold" pitchFamily="2" charset="-127"/>
              </a:rPr>
              <a:t>,</a:t>
            </a:r>
            <a:r>
              <a:rPr lang="ko-KR" altLang="en-US" sz="1100" dirty="0" err="1">
                <a:latin typeface="페이퍼로지 7 Bold" pitchFamily="2" charset="-127"/>
                <a:ea typeface="페이퍼로지 7 Bold" pitchFamily="2" charset="-127"/>
              </a:rPr>
              <a:t>뉴스수집량</a:t>
            </a:r>
            <a:r>
              <a:rPr lang="ko-KR" altLang="en-US" sz="1100" dirty="0">
                <a:latin typeface="페이퍼로지 7 Bold" pitchFamily="2" charset="-127"/>
                <a:ea typeface="페이퍼로지 7 Bold" pitchFamily="2" charset="-127"/>
              </a:rPr>
              <a:t> 증가</a:t>
            </a:r>
          </a:p>
        </p:txBody>
      </p:sp>
      <p:sp>
        <p:nvSpPr>
          <p:cNvPr id="105" name="모서리가 둥근 직사각형 1315">
            <a:extLst>
              <a:ext uri="{FF2B5EF4-FFF2-40B4-BE49-F238E27FC236}">
                <a16:creationId xmlns:a16="http://schemas.microsoft.com/office/drawing/2014/main" id="{5FFFC23E-6928-45CC-B60C-95B46221A300}"/>
              </a:ext>
            </a:extLst>
          </p:cNvPr>
          <p:cNvSpPr/>
          <p:nvPr/>
        </p:nvSpPr>
        <p:spPr>
          <a:xfrm>
            <a:off x="6824507" y="3145702"/>
            <a:ext cx="3100166" cy="4754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 defTabSz="1066152" latinLnBrk="1"/>
            <a:r>
              <a:rPr lang="ko-KR" altLang="en-US" sz="14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6 SemiBold" pitchFamily="2" charset="-127"/>
                <a:ea typeface="페이퍼로지 6 SemiBold" pitchFamily="2" charset="-127"/>
              </a:rPr>
              <a:t>알림 기능</a:t>
            </a:r>
          </a:p>
        </p:txBody>
      </p:sp>
      <p:sp>
        <p:nvSpPr>
          <p:cNvPr id="109" name="모서리가 둥근 직사각형 1315">
            <a:extLst>
              <a:ext uri="{FF2B5EF4-FFF2-40B4-BE49-F238E27FC236}">
                <a16:creationId xmlns:a16="http://schemas.microsoft.com/office/drawing/2014/main" id="{5E3FEFFA-BEC5-4C83-8EA3-B32B8CDE1D49}"/>
              </a:ext>
            </a:extLst>
          </p:cNvPr>
          <p:cNvSpPr/>
          <p:nvPr/>
        </p:nvSpPr>
        <p:spPr>
          <a:xfrm>
            <a:off x="6824506" y="1602874"/>
            <a:ext cx="3100166" cy="4754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lvl="0" algn="ctr" defTabSz="1066152" latinLnBrk="1">
              <a:defRPr/>
            </a:pPr>
            <a:r>
              <a:rPr lang="ko-KR" altLang="en-US" sz="14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6 SemiBold" pitchFamily="2" charset="-127"/>
                <a:ea typeface="페이퍼로지 6 SemiBold" pitchFamily="2" charset="-127"/>
              </a:rPr>
              <a:t>품질 기준</a:t>
            </a:r>
          </a:p>
        </p:txBody>
      </p:sp>
      <p:sp>
        <p:nvSpPr>
          <p:cNvPr id="132" name="모서리가 둥근 직사각형 1315">
            <a:extLst>
              <a:ext uri="{FF2B5EF4-FFF2-40B4-BE49-F238E27FC236}">
                <a16:creationId xmlns:a16="http://schemas.microsoft.com/office/drawing/2014/main" id="{FFFD3534-3DC4-47C1-A051-C0B63B00147B}"/>
              </a:ext>
            </a:extLst>
          </p:cNvPr>
          <p:cNvSpPr/>
          <p:nvPr/>
        </p:nvSpPr>
        <p:spPr>
          <a:xfrm>
            <a:off x="6824507" y="4855502"/>
            <a:ext cx="3100166" cy="47542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 defTabSz="1066152" latinLnBrk="1"/>
            <a:r>
              <a:rPr lang="ko-KR" altLang="en-US" sz="14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6 SemiBold" pitchFamily="2" charset="-127"/>
                <a:ea typeface="페이퍼로지 6 SemiBold" pitchFamily="2" charset="-127"/>
              </a:rPr>
              <a:t>로그인 기능</a:t>
            </a:r>
          </a:p>
        </p:txBody>
      </p:sp>
    </p:spTree>
    <p:extLst>
      <p:ext uri="{BB962C8B-B14F-4D97-AF65-F5344CB8AC3E}">
        <p14:creationId xmlns:p14="http://schemas.microsoft.com/office/powerpoint/2010/main" val="2099735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그룹 91">
            <a:extLst>
              <a:ext uri="{FF2B5EF4-FFF2-40B4-BE49-F238E27FC236}">
                <a16:creationId xmlns:a16="http://schemas.microsoft.com/office/drawing/2014/main" id="{D81BEB5D-65DB-4999-86E9-00F952D4A8BE}"/>
              </a:ext>
            </a:extLst>
          </p:cNvPr>
          <p:cNvGrpSpPr/>
          <p:nvPr/>
        </p:nvGrpSpPr>
        <p:grpSpPr>
          <a:xfrm>
            <a:off x="1011715" y="1624334"/>
            <a:ext cx="3606955" cy="599826"/>
            <a:chOff x="324110" y="326612"/>
            <a:chExt cx="3606955" cy="599826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C89DA7C-5DDD-4B74-B786-63130F1B2172}"/>
                </a:ext>
              </a:extLst>
            </p:cNvPr>
            <p:cNvSpPr/>
            <p:nvPr userDrawn="1"/>
          </p:nvSpPr>
          <p:spPr>
            <a:xfrm>
              <a:off x="324110" y="526328"/>
              <a:ext cx="281116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20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CONTENTS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7FABB9F-6CA2-45F0-96BE-2AD479A94F4E}"/>
                </a:ext>
              </a:extLst>
            </p:cNvPr>
            <p:cNvSpPr/>
            <p:nvPr userDrawn="1"/>
          </p:nvSpPr>
          <p:spPr>
            <a:xfrm>
              <a:off x="347319" y="326612"/>
              <a:ext cx="358374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2026</a:t>
              </a:r>
              <a:r>
                <a:rPr lang="ko-KR" altLang="en-US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년 상반기 세종지사 사내프로젝트 발표</a:t>
              </a:r>
              <a:endParaRPr lang="en-US" altLang="ko-KR" sz="900" dirty="0">
                <a:ln w="3175">
                  <a:solidFill>
                    <a:schemeClr val="bg1">
                      <a:alpha val="20000"/>
                    </a:schemeClr>
                  </a:solidFill>
                </a:ln>
                <a:latin typeface="페이퍼로지 3 Light" pitchFamily="2" charset="-127"/>
                <a:ea typeface="페이퍼로지 3 Light" pitchFamily="2" charset="-127"/>
              </a:endParaRPr>
            </a:p>
          </p:txBody>
        </p: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FF61AEB-20FA-4E3E-A5D0-8E792EC19DB8}"/>
              </a:ext>
            </a:extLst>
          </p:cNvPr>
          <p:cNvSpPr/>
          <p:nvPr/>
        </p:nvSpPr>
        <p:spPr>
          <a:xfrm>
            <a:off x="2325999" y="3360863"/>
            <a:ext cx="1918474" cy="175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증시지표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주요이슈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 err="1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주요연관섹터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관련종목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기업정보 및 현재가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F7BE38B-5BF2-449D-8490-9C90A1CFB7EF}"/>
              </a:ext>
            </a:extLst>
          </p:cNvPr>
          <p:cNvSpPr/>
          <p:nvPr/>
        </p:nvSpPr>
        <p:spPr>
          <a:xfrm>
            <a:off x="2283252" y="2469346"/>
            <a:ext cx="5423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프로젝트 </a:t>
            </a:r>
            <a:r>
              <a:rPr lang="ko-KR" altLang="en-US" sz="3600" dirty="0" err="1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각파트</a:t>
            </a:r>
            <a:r>
              <a:rPr lang="ko-KR" altLang="en-US" sz="36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 주제 기입</a:t>
            </a:r>
            <a:endParaRPr lang="en-US" altLang="ko-KR" sz="3600" dirty="0">
              <a:ln w="3175">
                <a:noFill/>
              </a:ln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2C549E2-DC3A-4D8A-9846-B247090A1692}"/>
              </a:ext>
            </a:extLst>
          </p:cNvPr>
          <p:cNvSpPr/>
          <p:nvPr/>
        </p:nvSpPr>
        <p:spPr>
          <a:xfrm>
            <a:off x="1316770" y="2423876"/>
            <a:ext cx="1009229" cy="76944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44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Ⅰ</a:t>
            </a:r>
          </a:p>
        </p:txBody>
      </p:sp>
    </p:spTree>
    <p:extLst>
      <p:ext uri="{BB962C8B-B14F-4D97-AF65-F5344CB8AC3E}">
        <p14:creationId xmlns:p14="http://schemas.microsoft.com/office/powerpoint/2010/main" val="428867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2. ??</a:t>
            </a:r>
            <a:endParaRPr lang="ko-KR" altLang="en-US" sz="2300" dirty="0">
              <a:solidFill>
                <a:schemeClr val="tx1"/>
              </a:solidFill>
              <a:latin typeface="페이퍼로지 8 ExtraBold" pitchFamily="2" charset="-127"/>
              <a:ea typeface="페이퍼로지 8 ExtraBold" pitchFamily="2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9E329C-D46F-4AC3-B26C-DCB9A5695F01}"/>
              </a:ext>
            </a:extLst>
          </p:cNvPr>
          <p:cNvGrpSpPr/>
          <p:nvPr/>
        </p:nvGrpSpPr>
        <p:grpSpPr>
          <a:xfrm>
            <a:off x="5381380" y="1243781"/>
            <a:ext cx="5631077" cy="2729196"/>
            <a:chOff x="230161" y="3853099"/>
            <a:chExt cx="4653783" cy="22555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FE84F9F-46BC-40FA-B1AD-A9A54453D55E}"/>
                </a:ext>
              </a:extLst>
            </p:cNvPr>
            <p:cNvGrpSpPr/>
            <p:nvPr/>
          </p:nvGrpSpPr>
          <p:grpSpPr>
            <a:xfrm>
              <a:off x="230161" y="3853099"/>
              <a:ext cx="4605831" cy="2255534"/>
              <a:chOff x="11218568" y="4972590"/>
              <a:chExt cx="4605831" cy="2007986"/>
            </a:xfrm>
          </p:grpSpPr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7B990014-6743-48D9-B271-4D3317B6D32B}"/>
                  </a:ext>
                </a:extLst>
              </p:cNvPr>
              <p:cNvSpPr/>
              <p:nvPr/>
            </p:nvSpPr>
            <p:spPr>
              <a:xfrm>
                <a:off x="11218568" y="4972590"/>
                <a:ext cx="4605831" cy="20079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4 Regular" pitchFamily="2" charset="-127"/>
                  <a:ea typeface="프리젠테이션 4 Regular" pitchFamily="2" charset="-127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F6C7BB-2ADD-4AA9-9D65-5159479FDFC8}"/>
                  </a:ext>
                </a:extLst>
              </p:cNvPr>
              <p:cNvSpPr txBox="1"/>
              <p:nvPr/>
            </p:nvSpPr>
            <p:spPr>
              <a:xfrm>
                <a:off x="12148422" y="5087259"/>
                <a:ext cx="3190190" cy="136999"/>
              </a:xfrm>
              <a:prstGeom prst="rect">
                <a:avLst/>
              </a:prstGeom>
              <a:noFill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100013" indent="-100013" fontAlgn="auto">
                  <a:spcBef>
                    <a:spcPts val="0"/>
                  </a:spcBef>
                  <a:spcAft>
                    <a:spcPts val="0"/>
                  </a:spcAft>
                  <a:buSzPct val="90000"/>
                  <a:buFont typeface="Wingdings" panose="05000000000000000000" pitchFamily="2" charset="2"/>
                  <a:buChar char="§"/>
                  <a:defRPr kumimoji="0" sz="1100" spc="-5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97200" lvl="0" indent="-97200" defTabSz="914400">
                  <a:spcAft>
                    <a:spcPts val="292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spc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프리젠테이션 4 Regular" pitchFamily="2" charset="-127"/>
                    <a:ea typeface="프리젠테이션 4 Regular" pitchFamily="2" charset="-127"/>
                  </a:rPr>
                  <a:t>??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DAEA618-125B-4D49-85B5-7AADB759FF67}"/>
                  </a:ext>
                </a:extLst>
              </p:cNvPr>
              <p:cNvSpPr txBox="1"/>
              <p:nvPr/>
            </p:nvSpPr>
            <p:spPr>
              <a:xfrm>
                <a:off x="12148422" y="5739501"/>
                <a:ext cx="2969581" cy="136999"/>
              </a:xfrm>
              <a:prstGeom prst="rect">
                <a:avLst/>
              </a:prstGeom>
              <a:noFill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100013" indent="-100013" fontAlgn="auto">
                  <a:spcBef>
                    <a:spcPts val="0"/>
                  </a:spcBef>
                  <a:spcAft>
                    <a:spcPts val="0"/>
                  </a:spcAft>
                  <a:buSzPct val="90000"/>
                  <a:buFont typeface="Wingdings" panose="05000000000000000000" pitchFamily="2" charset="2"/>
                  <a:buChar char="§"/>
                  <a:defRPr kumimoji="0" sz="1100" spc="-5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97200" lvl="0" indent="-97200" defTabSz="914400">
                  <a:spcAft>
                    <a:spcPts val="292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spc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프리젠테이션 4 Regular" pitchFamily="2" charset="-127"/>
                    <a:ea typeface="프리젠테이션 4 Regular" pitchFamily="2" charset="-127"/>
                  </a:rPr>
                  <a:t>??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F1A9D64-5CA2-4512-A2A8-329DA6170EEF}"/>
                  </a:ext>
                </a:extLst>
              </p:cNvPr>
              <p:cNvSpPr txBox="1"/>
              <p:nvPr/>
            </p:nvSpPr>
            <p:spPr>
              <a:xfrm>
                <a:off x="12139167" y="6385805"/>
                <a:ext cx="2969581" cy="136999"/>
              </a:xfrm>
              <a:prstGeom prst="rect">
                <a:avLst/>
              </a:prstGeom>
              <a:noFill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marL="100013" indent="-100013" fontAlgn="auto">
                  <a:spcBef>
                    <a:spcPts val="0"/>
                  </a:spcBef>
                  <a:spcAft>
                    <a:spcPts val="0"/>
                  </a:spcAft>
                  <a:buSzPct val="90000"/>
                  <a:buFont typeface="Wingdings" panose="05000000000000000000" pitchFamily="2" charset="2"/>
                  <a:buChar char="§"/>
                  <a:defRPr kumimoji="0" sz="1100" spc="-5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97200" marR="0" lvl="0" indent="-97200" defTabSz="914400">
                  <a:lnSpc>
                    <a:spcPct val="100000"/>
                  </a:lnSpc>
                  <a:spcAft>
                    <a:spcPts val="292"/>
                  </a:spcAft>
                  <a:buClr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sz="1000" spc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프리젠테이션 4 Regular" pitchFamily="2" charset="-127"/>
                    <a:ea typeface="프리젠테이션 4 Regular" pitchFamily="2" charset="-127"/>
                  </a:rPr>
                  <a:t>??</a:t>
                </a:r>
              </a:p>
            </p:txBody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42AF031-71C3-43A6-BF4C-E4A808D44C3F}"/>
                  </a:ext>
                </a:extLst>
              </p:cNvPr>
              <p:cNvGrpSpPr/>
              <p:nvPr/>
            </p:nvGrpSpPr>
            <p:grpSpPr>
              <a:xfrm>
                <a:off x="11332206" y="5029527"/>
                <a:ext cx="689261" cy="1899423"/>
                <a:chOff x="4716997" y="5045844"/>
                <a:chExt cx="682687" cy="1812494"/>
              </a:xfrm>
            </p:grpSpPr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3FB985FB-E74E-40EA-97BB-7EA00962AF1A}"/>
                    </a:ext>
                  </a:extLst>
                </p:cNvPr>
                <p:cNvSpPr/>
                <p:nvPr/>
              </p:nvSpPr>
              <p:spPr>
                <a:xfrm>
                  <a:off x="4716997" y="5045844"/>
                  <a:ext cx="682687" cy="573377"/>
                </a:xfrm>
                <a:prstGeom prst="rect">
                  <a:avLst/>
                </a:prstGeom>
                <a:solidFill>
                  <a:srgbClr val="011C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 defTabSz="1006231" latinLnBrk="1"/>
                  <a:endParaRPr lang="ko-KR" altLang="en-US" sz="1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프리젠테이션 4 Regular" pitchFamily="2" charset="-127"/>
                    <a:ea typeface="프리젠테이션 4 Regular" pitchFamily="2" charset="-127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76161CB-D6F9-4E3C-96DD-792189984D6D}"/>
                    </a:ext>
                  </a:extLst>
                </p:cNvPr>
                <p:cNvSpPr txBox="1"/>
                <p:nvPr/>
              </p:nvSpPr>
              <p:spPr>
                <a:xfrm>
                  <a:off x="4901117" y="5175063"/>
                  <a:ext cx="309923" cy="20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000" dirty="0">
                      <a:solidFill>
                        <a:prstClr val="white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??</a:t>
                  </a:r>
                  <a:endParaRPr lang="ko-KR" altLang="en-US" sz="1000" dirty="0">
                    <a:solidFill>
                      <a:prstClr val="white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37B1B026-49FE-4637-9E66-39D8605B8E98}"/>
                    </a:ext>
                  </a:extLst>
                </p:cNvPr>
                <p:cNvSpPr/>
                <p:nvPr/>
              </p:nvSpPr>
              <p:spPr>
                <a:xfrm>
                  <a:off x="4716997" y="5665402"/>
                  <a:ext cx="682687" cy="573377"/>
                </a:xfrm>
                <a:prstGeom prst="rect">
                  <a:avLst/>
                </a:prstGeom>
                <a:solidFill>
                  <a:srgbClr val="011C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4 Regular" pitchFamily="2" charset="-127"/>
                    <a:ea typeface="프리젠테이션 4 Regular" pitchFamily="2" charset="-127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9A0AE6DA-38FE-4E5D-9CC7-F5AA74D1B22F}"/>
                    </a:ext>
                  </a:extLst>
                </p:cNvPr>
                <p:cNvSpPr txBox="1"/>
                <p:nvPr/>
              </p:nvSpPr>
              <p:spPr>
                <a:xfrm>
                  <a:off x="4905804" y="5782879"/>
                  <a:ext cx="309922" cy="20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000" dirty="0">
                      <a:solidFill>
                        <a:prstClr val="white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??</a:t>
                  </a:r>
                  <a:endParaRPr lang="ko-KR" altLang="en-US" sz="1000" dirty="0">
                    <a:solidFill>
                      <a:prstClr val="white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B88C04BD-3422-478E-82D6-74224765DA36}"/>
                    </a:ext>
                  </a:extLst>
                </p:cNvPr>
                <p:cNvSpPr/>
                <p:nvPr/>
              </p:nvSpPr>
              <p:spPr>
                <a:xfrm>
                  <a:off x="4716997" y="6284961"/>
                  <a:ext cx="682687" cy="573377"/>
                </a:xfrm>
                <a:prstGeom prst="rect">
                  <a:avLst/>
                </a:prstGeom>
                <a:solidFill>
                  <a:srgbClr val="011C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프리젠테이션 4 Regular" pitchFamily="2" charset="-127"/>
                    <a:ea typeface="프리젠테이션 4 Regular" pitchFamily="2" charset="-127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DF4E1F46-F401-45CF-8F25-B36A36566120}"/>
                    </a:ext>
                  </a:extLst>
                </p:cNvPr>
                <p:cNvSpPr txBox="1"/>
                <p:nvPr/>
              </p:nvSpPr>
              <p:spPr>
                <a:xfrm>
                  <a:off x="4903795" y="6385758"/>
                  <a:ext cx="309922" cy="20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000" dirty="0">
                      <a:solidFill>
                        <a:prstClr val="white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??</a:t>
                  </a:r>
                  <a:endParaRPr lang="ko-KR" altLang="en-US" sz="1000" dirty="0">
                    <a:solidFill>
                      <a:prstClr val="white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</p:grpSp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B4E371BB-EFF4-4A81-A630-F31E5B42A4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alphaModFix amt="34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5507408" y="5095846"/>
                <a:ext cx="305462" cy="401658"/>
              </a:xfrm>
              <a:prstGeom prst="rect">
                <a:avLst/>
              </a:prstGeom>
            </p:spPr>
          </p:pic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DADC4D9E-E2A1-420B-A920-1341DDBEDD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alphaModFix amt="34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5496777" y="5748125"/>
                <a:ext cx="316094" cy="422185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32FA98A3-586C-43B9-87C6-D678E1146F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alphaModFix amt="34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5554948" y="6499126"/>
                <a:ext cx="257924" cy="355784"/>
              </a:xfrm>
              <a:prstGeom prst="rect">
                <a:avLst/>
              </a:prstGeom>
            </p:spPr>
          </p:pic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D077C2C-F933-45ED-ABB8-516FD038D2E9}"/>
                </a:ext>
              </a:extLst>
            </p:cNvPr>
            <p:cNvGrpSpPr/>
            <p:nvPr/>
          </p:nvGrpSpPr>
          <p:grpSpPr>
            <a:xfrm>
              <a:off x="1027020" y="4619190"/>
              <a:ext cx="3856924" cy="729316"/>
              <a:chOff x="1419927" y="5424810"/>
              <a:chExt cx="3787200" cy="720427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FDE0AF6F-3BD0-4114-9243-53C9C43764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9927" y="5424810"/>
                <a:ext cx="3787073" cy="0"/>
              </a:xfrm>
              <a:prstGeom prst="line">
                <a:avLst/>
              </a:prstGeom>
              <a:ln w="53975">
                <a:solidFill>
                  <a:srgbClr val="E0E5E9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5EEF9C38-D3EC-46BB-8E14-644D58A50B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9927" y="6145237"/>
                <a:ext cx="3787200" cy="0"/>
              </a:xfrm>
              <a:prstGeom prst="line">
                <a:avLst/>
              </a:prstGeom>
              <a:ln w="53975">
                <a:solidFill>
                  <a:srgbClr val="E0E5E9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ABD9A3CE-E4E1-4AE6-8587-8DBB9EA428F8}"/>
              </a:ext>
            </a:extLst>
          </p:cNvPr>
          <p:cNvGrpSpPr/>
          <p:nvPr/>
        </p:nvGrpSpPr>
        <p:grpSpPr>
          <a:xfrm>
            <a:off x="243201" y="4161224"/>
            <a:ext cx="5379380" cy="2458616"/>
            <a:chOff x="11349286" y="3097973"/>
            <a:chExt cx="4445769" cy="1736122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DE4B7F12-51EF-46E6-891E-ED9C65946E70}"/>
                </a:ext>
              </a:extLst>
            </p:cNvPr>
            <p:cNvSpPr/>
            <p:nvPr/>
          </p:nvSpPr>
          <p:spPr>
            <a:xfrm>
              <a:off x="11363830" y="3404577"/>
              <a:ext cx="1991922" cy="268192"/>
            </a:xfrm>
            <a:prstGeom prst="rect">
              <a:avLst/>
            </a:prstGeom>
            <a:solidFill>
              <a:schemeClr val="bg2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708" b="0" i="0" u="none" strike="noStrike" kern="1200" cap="none" normalizeH="0" baseline="0" dirty="0"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11" name="직사각형 9">
              <a:extLst>
                <a:ext uri="{FF2B5EF4-FFF2-40B4-BE49-F238E27FC236}">
                  <a16:creationId xmlns:a16="http://schemas.microsoft.com/office/drawing/2014/main" id="{5A280FC2-1717-4F7D-8119-8E0D3CE23A56}"/>
                </a:ext>
              </a:extLst>
            </p:cNvPr>
            <p:cNvSpPr/>
            <p:nvPr/>
          </p:nvSpPr>
          <p:spPr>
            <a:xfrm>
              <a:off x="13958109" y="4006549"/>
              <a:ext cx="105983" cy="184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lvl="0" algn="ctr" defTabSz="1042873" latinLnBrk="1">
                <a:lnSpc>
                  <a:spcPct val="200000"/>
                </a:lnSpc>
                <a:defRPr/>
              </a:pPr>
              <a:r>
                <a:rPr lang="en-US" altLang="ko-KR" sz="1000" dirty="0">
                  <a:solidFill>
                    <a:schemeClr val="bg2">
                      <a:lumMod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</a:p>
          </p:txBody>
        </p: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3EE1B821-B857-4343-8843-6636C2255B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49286" y="3407792"/>
              <a:ext cx="443973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A4AFF05-9B1B-42A0-A9F7-714DDAE99EEC}"/>
                </a:ext>
              </a:extLst>
            </p:cNvPr>
            <p:cNvSpPr/>
            <p:nvPr/>
          </p:nvSpPr>
          <p:spPr>
            <a:xfrm>
              <a:off x="11363832" y="4562213"/>
              <a:ext cx="2006050" cy="265668"/>
            </a:xfrm>
            <a:prstGeom prst="rect">
              <a:avLst/>
            </a:prstGeom>
            <a:solidFill>
              <a:srgbClr val="EE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708" b="0" i="0" u="none" strike="noStrike" kern="1200" cap="none" normalizeH="0" baseline="0" dirty="0"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E5EE5F1C-26B4-4CFF-81E4-FC828D862B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63831" y="4560566"/>
              <a:ext cx="1980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923E052B-3410-49FD-B0E4-C985CC4A4C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6255" y="4828385"/>
              <a:ext cx="44388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5F8B9149-3BE4-4F8C-AC49-A1229AF683E6}"/>
                </a:ext>
              </a:extLst>
            </p:cNvPr>
            <p:cNvSpPr/>
            <p:nvPr/>
          </p:nvSpPr>
          <p:spPr>
            <a:xfrm>
              <a:off x="11363831" y="3984142"/>
              <a:ext cx="1991925" cy="268192"/>
            </a:xfrm>
            <a:prstGeom prst="rect">
              <a:avLst/>
            </a:prstGeom>
            <a:solidFill>
              <a:schemeClr val="bg2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708" b="0" i="0" u="none" strike="noStrike" kern="1200" cap="none" normalizeH="0" baseline="0" dirty="0">
                <a:solidFill>
                  <a:prstClr val="white"/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17" name="직사각형 9">
              <a:extLst>
                <a:ext uri="{FF2B5EF4-FFF2-40B4-BE49-F238E27FC236}">
                  <a16:creationId xmlns:a16="http://schemas.microsoft.com/office/drawing/2014/main" id="{2739A007-912D-43B6-B73B-E843562864D6}"/>
                </a:ext>
              </a:extLst>
            </p:cNvPr>
            <p:cNvSpPr/>
            <p:nvPr/>
          </p:nvSpPr>
          <p:spPr>
            <a:xfrm>
              <a:off x="11745573" y="3485372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042873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100" dirty="0">
                  <a:solidFill>
                    <a:schemeClr val="tx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  <a:endParaRPr lang="ko-KR" altLang="en-US" sz="9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18" name="직사각형 9">
              <a:extLst>
                <a:ext uri="{FF2B5EF4-FFF2-40B4-BE49-F238E27FC236}">
                  <a16:creationId xmlns:a16="http://schemas.microsoft.com/office/drawing/2014/main" id="{8BD61155-67C1-46CE-A6E7-43069D246A24}"/>
                </a:ext>
              </a:extLst>
            </p:cNvPr>
            <p:cNvSpPr/>
            <p:nvPr/>
          </p:nvSpPr>
          <p:spPr>
            <a:xfrm>
              <a:off x="11745573" y="3773985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042873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100" dirty="0">
                  <a:solidFill>
                    <a:schemeClr val="tx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  <a:endParaRPr lang="ko-KR" altLang="en-US" sz="9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19" name="직사각형 9">
              <a:extLst>
                <a:ext uri="{FF2B5EF4-FFF2-40B4-BE49-F238E27FC236}">
                  <a16:creationId xmlns:a16="http://schemas.microsoft.com/office/drawing/2014/main" id="{5EA39B08-238A-4514-A9BF-05A38362DEED}"/>
                </a:ext>
              </a:extLst>
            </p:cNvPr>
            <p:cNvSpPr/>
            <p:nvPr/>
          </p:nvSpPr>
          <p:spPr>
            <a:xfrm>
              <a:off x="11745575" y="4062597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042873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100" dirty="0">
                  <a:solidFill>
                    <a:schemeClr val="tx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  <a:endParaRPr lang="ko-KR" altLang="en-US" sz="9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20" name="직사각형 9">
              <a:extLst>
                <a:ext uri="{FF2B5EF4-FFF2-40B4-BE49-F238E27FC236}">
                  <a16:creationId xmlns:a16="http://schemas.microsoft.com/office/drawing/2014/main" id="{D6A1EFDE-BBDC-4150-8384-480959A8F8E9}"/>
                </a:ext>
              </a:extLst>
            </p:cNvPr>
            <p:cNvSpPr/>
            <p:nvPr/>
          </p:nvSpPr>
          <p:spPr>
            <a:xfrm>
              <a:off x="11745575" y="4351210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042873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100" dirty="0">
                  <a:solidFill>
                    <a:schemeClr val="tx1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  <a:endParaRPr lang="ko-KR" altLang="en-US" sz="9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21" name="직사각형 9">
              <a:extLst>
                <a:ext uri="{FF2B5EF4-FFF2-40B4-BE49-F238E27FC236}">
                  <a16:creationId xmlns:a16="http://schemas.microsoft.com/office/drawing/2014/main" id="{C166F83A-013A-44AF-AE99-ECBDC7DCE9D3}"/>
                </a:ext>
              </a:extLst>
            </p:cNvPr>
            <p:cNvSpPr/>
            <p:nvPr/>
          </p:nvSpPr>
          <p:spPr>
            <a:xfrm>
              <a:off x="12726217" y="3482486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lvl="0" algn="ctr" defTabSz="1042873" latinLnBrk="1">
                <a:defRPr/>
              </a:pPr>
              <a:r>
                <a:rPr lang="en-US" altLang="ko-KR" sz="1100" dirty="0">
                  <a:solidFill>
                    <a:srgbClr val="000838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</a:p>
          </p:txBody>
        </p:sp>
        <p:sp>
          <p:nvSpPr>
            <p:cNvPr id="122" name="직사각형 9">
              <a:extLst>
                <a:ext uri="{FF2B5EF4-FFF2-40B4-BE49-F238E27FC236}">
                  <a16:creationId xmlns:a16="http://schemas.microsoft.com/office/drawing/2014/main" id="{ED2D4A14-DB5C-442D-A988-77A5F2D0D24F}"/>
                </a:ext>
              </a:extLst>
            </p:cNvPr>
            <p:cNvSpPr/>
            <p:nvPr/>
          </p:nvSpPr>
          <p:spPr>
            <a:xfrm>
              <a:off x="12698021" y="3770675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lvl="0" algn="ctr" defTabSz="1042873" latinLnBrk="1">
                <a:defRPr/>
              </a:pPr>
              <a:r>
                <a:rPr lang="en-US" altLang="ko-KR" sz="1100" dirty="0">
                  <a:solidFill>
                    <a:srgbClr val="000838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</a:p>
          </p:txBody>
        </p:sp>
        <p:sp>
          <p:nvSpPr>
            <p:cNvPr id="123" name="직사각형 9">
              <a:extLst>
                <a:ext uri="{FF2B5EF4-FFF2-40B4-BE49-F238E27FC236}">
                  <a16:creationId xmlns:a16="http://schemas.microsoft.com/office/drawing/2014/main" id="{FF2296D8-7A96-40DE-ADE7-389792A932D3}"/>
                </a:ext>
              </a:extLst>
            </p:cNvPr>
            <p:cNvSpPr/>
            <p:nvPr/>
          </p:nvSpPr>
          <p:spPr>
            <a:xfrm>
              <a:off x="12692741" y="4053434"/>
              <a:ext cx="127180" cy="130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lvl="0" algn="ctr" defTabSz="1042873" latinLnBrk="1">
                <a:defRPr/>
              </a:pPr>
              <a:r>
                <a:rPr lang="en-US" altLang="ko-KR" sz="1200" dirty="0">
                  <a:solidFill>
                    <a:srgbClr val="000838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</a:p>
          </p:txBody>
        </p:sp>
        <p:sp>
          <p:nvSpPr>
            <p:cNvPr id="124" name="직사각형 9">
              <a:extLst>
                <a:ext uri="{FF2B5EF4-FFF2-40B4-BE49-F238E27FC236}">
                  <a16:creationId xmlns:a16="http://schemas.microsoft.com/office/drawing/2014/main" id="{F1BEAC8E-02BE-4976-A39A-DADDE864AF19}"/>
                </a:ext>
              </a:extLst>
            </p:cNvPr>
            <p:cNvSpPr/>
            <p:nvPr/>
          </p:nvSpPr>
          <p:spPr>
            <a:xfrm>
              <a:off x="12759473" y="4347057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042873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100" dirty="0">
                  <a:solidFill>
                    <a:srgbClr val="000838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  <a:endParaRPr lang="ko-KR" altLang="en-US" sz="900" dirty="0">
                <a:solidFill>
                  <a:schemeClr val="bg2">
                    <a:lumMod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25" name="직사각형 9">
              <a:extLst>
                <a:ext uri="{FF2B5EF4-FFF2-40B4-BE49-F238E27FC236}">
                  <a16:creationId xmlns:a16="http://schemas.microsoft.com/office/drawing/2014/main" id="{08D376A4-C11F-4D35-A8FE-D923BD0B920C}"/>
                </a:ext>
              </a:extLst>
            </p:cNvPr>
            <p:cNvSpPr/>
            <p:nvPr/>
          </p:nvSpPr>
          <p:spPr>
            <a:xfrm>
              <a:off x="12301499" y="4635249"/>
              <a:ext cx="116582" cy="1195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042873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100" dirty="0">
                  <a:solidFill>
                    <a:srgbClr val="ED1A3B"/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  <a:endParaRPr lang="ko-KR" altLang="en-US" sz="1100" dirty="0">
                <a:solidFill>
                  <a:srgbClr val="ED1A3B"/>
                </a:solidFill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26" name="직사각형 9">
              <a:extLst>
                <a:ext uri="{FF2B5EF4-FFF2-40B4-BE49-F238E27FC236}">
                  <a16:creationId xmlns:a16="http://schemas.microsoft.com/office/drawing/2014/main" id="{0D82C4C6-7CE5-4141-A87F-180311002EC7}"/>
                </a:ext>
              </a:extLst>
            </p:cNvPr>
            <p:cNvSpPr/>
            <p:nvPr/>
          </p:nvSpPr>
          <p:spPr>
            <a:xfrm>
              <a:off x="15178565" y="3988030"/>
              <a:ext cx="105983" cy="1845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spAutoFit/>
            </a:bodyPr>
            <a:lstStyle/>
            <a:p>
              <a:pPr lvl="0" algn="ctr" defTabSz="1042873" latinLnBrk="1">
                <a:lnSpc>
                  <a:spcPct val="200000"/>
                </a:lnSpc>
                <a:defRPr/>
              </a:pPr>
              <a:r>
                <a:rPr lang="en-US" altLang="ko-KR" sz="1000" dirty="0">
                  <a:solidFill>
                    <a:schemeClr val="bg2">
                      <a:lumMod val="2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</a:rPr>
                <a:t>??</a:t>
              </a: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0DFD5BD0-DCC5-452D-BC10-BE4101D8ED30}"/>
                </a:ext>
              </a:extLst>
            </p:cNvPr>
            <p:cNvGrpSpPr/>
            <p:nvPr/>
          </p:nvGrpSpPr>
          <p:grpSpPr>
            <a:xfrm>
              <a:off x="11576503" y="3097973"/>
              <a:ext cx="407104" cy="313077"/>
              <a:chOff x="498852" y="4672416"/>
              <a:chExt cx="562780" cy="482361"/>
            </a:xfrm>
          </p:grpSpPr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12C5CCC3-5F8E-4370-A92F-44B3BB4DBE0B}"/>
                  </a:ext>
                </a:extLst>
              </p:cNvPr>
              <p:cNvGrpSpPr/>
              <p:nvPr/>
            </p:nvGrpSpPr>
            <p:grpSpPr>
              <a:xfrm>
                <a:off x="498852" y="4833199"/>
                <a:ext cx="562780" cy="321074"/>
                <a:chOff x="4084288" y="4921718"/>
                <a:chExt cx="671524" cy="383115"/>
              </a:xfrm>
            </p:grpSpPr>
            <p:pic>
              <p:nvPicPr>
                <p:cNvPr id="138" name="그림 137">
                  <a:extLst>
                    <a:ext uri="{FF2B5EF4-FFF2-40B4-BE49-F238E27FC236}">
                      <a16:creationId xmlns:a16="http://schemas.microsoft.com/office/drawing/2014/main" id="{9B33643E-6302-4E3D-8041-0BDA4D890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 cstate="screen">
                  <a:grayscl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84288" y="4924501"/>
                  <a:ext cx="231300" cy="380332"/>
                </a:xfrm>
                <a:prstGeom prst="rect">
                  <a:avLst/>
                </a:prstGeom>
              </p:spPr>
            </p:pic>
            <p:pic>
              <p:nvPicPr>
                <p:cNvPr id="139" name="그림 138">
                  <a:extLst>
                    <a:ext uri="{FF2B5EF4-FFF2-40B4-BE49-F238E27FC236}">
                      <a16:creationId xmlns:a16="http://schemas.microsoft.com/office/drawing/2014/main" id="{705628C4-CDA3-4CBD-874A-E8D149A1D0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 cstate="screen">
                  <a:grayscl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25705" y="4921718"/>
                  <a:ext cx="230107" cy="380334"/>
                </a:xfrm>
                <a:prstGeom prst="rect">
                  <a:avLst/>
                </a:prstGeom>
              </p:spPr>
            </p:pic>
          </p:grp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F1B223DE-04BD-46D1-B501-4FF313C709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34816" y="4672416"/>
                <a:ext cx="291835" cy="482361"/>
              </a:xfrm>
              <a:prstGeom prst="rect">
                <a:avLst/>
              </a:prstGeom>
            </p:spPr>
          </p:pic>
        </p:grp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2643DAAD-B60A-4746-99E4-7D7A74B62E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49286" y="3670430"/>
              <a:ext cx="200646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2F13CFA2-5188-4325-9354-7BF6285E1D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49286" y="3984205"/>
              <a:ext cx="200646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A95DD23D-433B-4670-896E-9FB5FE564C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49286" y="4250380"/>
              <a:ext cx="200646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F35FFD8D-1EA5-403F-A6C6-F12CF60B0C8C}"/>
                </a:ext>
              </a:extLst>
            </p:cNvPr>
            <p:cNvCxnSpPr/>
            <p:nvPr/>
          </p:nvCxnSpPr>
          <p:spPr>
            <a:xfrm>
              <a:off x="13355461" y="3397449"/>
              <a:ext cx="0" cy="141988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791C00FF-D3A8-443A-85D2-600B63C2D956}"/>
                </a:ext>
              </a:extLst>
            </p:cNvPr>
            <p:cNvCxnSpPr>
              <a:cxnSpLocks/>
            </p:cNvCxnSpPr>
            <p:nvPr/>
          </p:nvCxnSpPr>
          <p:spPr>
            <a:xfrm>
              <a:off x="14601816" y="3404658"/>
              <a:ext cx="0" cy="142943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사각형: 둥근 위쪽 모서리 132">
              <a:extLst>
                <a:ext uri="{FF2B5EF4-FFF2-40B4-BE49-F238E27FC236}">
                  <a16:creationId xmlns:a16="http://schemas.microsoft.com/office/drawing/2014/main" id="{D15CAC80-FC6E-4DD6-8DCB-EBF05BC0F43B}"/>
                </a:ext>
              </a:extLst>
            </p:cNvPr>
            <p:cNvSpPr/>
            <p:nvPr/>
          </p:nvSpPr>
          <p:spPr>
            <a:xfrm>
              <a:off x="12208443" y="3158475"/>
              <a:ext cx="1152130" cy="245134"/>
            </a:xfrm>
            <a:prstGeom prst="round2SameRect">
              <a:avLst/>
            </a:prstGeom>
            <a:solidFill>
              <a:srgbClr val="000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defTabSz="1006231" latinLnBrk="1"/>
              <a:r>
                <a:rPr lang="en-US" altLang="ko-KR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  <a:endParaRPr lang="ko-KR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34" name="사각형: 둥근 위쪽 모서리 133">
              <a:extLst>
                <a:ext uri="{FF2B5EF4-FFF2-40B4-BE49-F238E27FC236}">
                  <a16:creationId xmlns:a16="http://schemas.microsoft.com/office/drawing/2014/main" id="{959821BC-9E25-4E14-B620-BBE7CFC30053}"/>
                </a:ext>
              </a:extLst>
            </p:cNvPr>
            <p:cNvSpPr/>
            <p:nvPr/>
          </p:nvSpPr>
          <p:spPr>
            <a:xfrm>
              <a:off x="13425072" y="3158475"/>
              <a:ext cx="1152130" cy="245134"/>
            </a:xfrm>
            <a:prstGeom prst="round2SameRect">
              <a:avLst/>
            </a:prstGeom>
            <a:solidFill>
              <a:srgbClr val="000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defTabSz="1006231" latinLnBrk="1"/>
              <a:r>
                <a:rPr lang="en-US" altLang="ko-KR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  <a:endParaRPr lang="ko-KR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35" name="사각형: 둥근 위쪽 모서리 134">
              <a:extLst>
                <a:ext uri="{FF2B5EF4-FFF2-40B4-BE49-F238E27FC236}">
                  <a16:creationId xmlns:a16="http://schemas.microsoft.com/office/drawing/2014/main" id="{6FBCF9A4-6651-4F9C-829F-0900EE9CFE86}"/>
                </a:ext>
              </a:extLst>
            </p:cNvPr>
            <p:cNvSpPr/>
            <p:nvPr/>
          </p:nvSpPr>
          <p:spPr>
            <a:xfrm>
              <a:off x="14641701" y="3158475"/>
              <a:ext cx="1152130" cy="245134"/>
            </a:xfrm>
            <a:prstGeom prst="round2SameRect">
              <a:avLst/>
            </a:prstGeom>
            <a:solidFill>
              <a:srgbClr val="000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defTabSz="1006231" latinLnBrk="1"/>
              <a:r>
                <a:rPr lang="en-US" altLang="ko-KR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??</a:t>
              </a:r>
              <a:endParaRPr lang="ko-KR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97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3. ??</a:t>
            </a:r>
            <a:endParaRPr lang="ko-KR" altLang="en-US" sz="2300" dirty="0">
              <a:solidFill>
                <a:schemeClr val="tx1"/>
              </a:solidFill>
              <a:latin typeface="페이퍼로지 8 ExtraBold" pitchFamily="2" charset="-127"/>
              <a:ea typeface="페이퍼로지 8 ExtraBold" pitchFamily="2" charset="-127"/>
              <a:cs typeface="KoPubWorld돋움체_Pro Bold" panose="00000800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7CB528D-3B79-4A94-BD46-FBE3A58D7668}"/>
              </a:ext>
            </a:extLst>
          </p:cNvPr>
          <p:cNvSpPr/>
          <p:nvPr/>
        </p:nvSpPr>
        <p:spPr>
          <a:xfrm rot="16200000" flipH="1">
            <a:off x="8107643" y="842989"/>
            <a:ext cx="1391909" cy="354488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16866F9-E7F4-467B-B5E1-0F4C0986DD4F}"/>
              </a:ext>
            </a:extLst>
          </p:cNvPr>
          <p:cNvSpPr/>
          <p:nvPr/>
        </p:nvSpPr>
        <p:spPr>
          <a:xfrm rot="16200000" flipH="1">
            <a:off x="8107641" y="2339958"/>
            <a:ext cx="1391909" cy="354488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7BF26D3-C868-4AEC-9943-F17146953DD8}"/>
              </a:ext>
            </a:extLst>
          </p:cNvPr>
          <p:cNvSpPr/>
          <p:nvPr/>
        </p:nvSpPr>
        <p:spPr>
          <a:xfrm rot="16200000" flipH="1">
            <a:off x="8107641" y="3836927"/>
            <a:ext cx="1391909" cy="354488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CDB55D6-24C4-4AD2-87A7-438085E19BA1}"/>
              </a:ext>
            </a:extLst>
          </p:cNvPr>
          <p:cNvGrpSpPr/>
          <p:nvPr/>
        </p:nvGrpSpPr>
        <p:grpSpPr>
          <a:xfrm>
            <a:off x="7034616" y="1471683"/>
            <a:ext cx="3541423" cy="360000"/>
            <a:chOff x="6930736" y="2222798"/>
            <a:chExt cx="3167352" cy="360000"/>
          </a:xfrm>
        </p:grpSpPr>
        <p:sp>
          <p:nvSpPr>
            <p:cNvPr id="49" name="사각형: 둥근 모서리 26">
              <a:extLst>
                <a:ext uri="{FF2B5EF4-FFF2-40B4-BE49-F238E27FC236}">
                  <a16:creationId xmlns:a16="http://schemas.microsoft.com/office/drawing/2014/main" id="{03CFAEE5-4296-45EC-A286-411DA35D5432}"/>
                </a:ext>
              </a:extLst>
            </p:cNvPr>
            <p:cNvSpPr/>
            <p:nvPr/>
          </p:nvSpPr>
          <p:spPr>
            <a:xfrm>
              <a:off x="6930736" y="2222798"/>
              <a:ext cx="3167352" cy="360000"/>
            </a:xfrm>
            <a:prstGeom prst="roundRect">
              <a:avLst>
                <a:gd name="adj" fmla="val 50000"/>
              </a:avLst>
            </a:prstGeom>
            <a:solidFill>
              <a:srgbClr val="01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defTabSz="1006231" latinLnBrk="1"/>
              <a:endParaRPr lang="ko-KR" altLang="en-US"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D0A1407-2C2E-4DCB-9D02-0D01CA2306C9}"/>
                </a:ext>
              </a:extLst>
            </p:cNvPr>
            <p:cNvSpPr/>
            <p:nvPr/>
          </p:nvSpPr>
          <p:spPr>
            <a:xfrm>
              <a:off x="8395416" y="2279688"/>
              <a:ext cx="237992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600" dirty="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IrisUPC" panose="020B0604020202020204" pitchFamily="34" charset="-34"/>
                </a:rPr>
                <a:t>??</a:t>
              </a:r>
              <a:endParaRPr lang="ko-KR" altLang="en-US" sz="160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IrisUPC" panose="020B0604020202020204" pitchFamily="34" charset="-34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6F27DE4-EDC5-49EF-8B00-726A93527666}"/>
              </a:ext>
            </a:extLst>
          </p:cNvPr>
          <p:cNvSpPr txBox="1"/>
          <p:nvPr/>
        </p:nvSpPr>
        <p:spPr>
          <a:xfrm>
            <a:off x="7184294" y="2052158"/>
            <a:ext cx="317223" cy="215444"/>
          </a:xfrm>
          <a:prstGeom prst="rect">
            <a:avLst/>
          </a:prstGeom>
          <a:noFill/>
          <a:ln>
            <a:noFill/>
          </a:ln>
        </p:spPr>
        <p:txBody>
          <a:bodyPr wrap="none" lIns="90000" tIns="0" rIns="0" bIns="0" anchor="ctr" anchorCtr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sz="150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algn="l" defTabSz="1043056">
              <a:lnSpc>
                <a:spcPct val="100000"/>
              </a:lnSpc>
              <a:defRPr/>
            </a:pPr>
            <a:r>
              <a:rPr lang="en-US" altLang="ko-KR" sz="1400" spc="-30" dirty="0">
                <a:ln w="22225">
                  <a:solidFill>
                    <a:srgbClr val="0B416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??</a:t>
            </a:r>
            <a:endParaRPr lang="ko-KR" altLang="en-US" sz="1600" spc="-30" dirty="0">
              <a:ln w="22225">
                <a:solidFill>
                  <a:srgbClr val="0B4165">
                    <a:alpha val="0"/>
                  </a:srgbClr>
                </a:solidFill>
              </a:ln>
              <a:solidFill>
                <a:srgbClr val="A40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2" name="사각형: 둥근 모서리 26">
            <a:extLst>
              <a:ext uri="{FF2B5EF4-FFF2-40B4-BE49-F238E27FC236}">
                <a16:creationId xmlns:a16="http://schemas.microsoft.com/office/drawing/2014/main" id="{A2D6730E-24E1-4F18-B409-61051A2EA37B}"/>
              </a:ext>
            </a:extLst>
          </p:cNvPr>
          <p:cNvSpPr/>
          <p:nvPr/>
        </p:nvSpPr>
        <p:spPr>
          <a:xfrm>
            <a:off x="7150533" y="2373544"/>
            <a:ext cx="3301200" cy="370908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ko-KR" altLang="en-US" sz="1000">
              <a:ln w="0">
                <a:solidFill>
                  <a:schemeClr val="tx2">
                    <a:alpha val="30000"/>
                  </a:schemeClr>
                </a:solidFill>
              </a:ln>
              <a:solidFill>
                <a:schemeClr val="tx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5" name="사각형: 둥근 모서리 26">
            <a:extLst>
              <a:ext uri="{FF2B5EF4-FFF2-40B4-BE49-F238E27FC236}">
                <a16:creationId xmlns:a16="http://schemas.microsoft.com/office/drawing/2014/main" id="{723E3875-E4F7-4E5B-AB08-EFF8286B51D7}"/>
              </a:ext>
            </a:extLst>
          </p:cNvPr>
          <p:cNvSpPr/>
          <p:nvPr/>
        </p:nvSpPr>
        <p:spPr>
          <a:xfrm>
            <a:off x="7150533" y="2823186"/>
            <a:ext cx="3301200" cy="370908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ko-KR" altLang="en-US" sz="1000">
              <a:ln w="0">
                <a:solidFill>
                  <a:schemeClr val="tx2">
                    <a:alpha val="30000"/>
                  </a:schemeClr>
                </a:solidFill>
              </a:ln>
              <a:solidFill>
                <a:schemeClr val="tx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D7B597-5EEB-415D-AAB8-5EBD303FAF41}"/>
              </a:ext>
            </a:extLst>
          </p:cNvPr>
          <p:cNvSpPr txBox="1"/>
          <p:nvPr/>
        </p:nvSpPr>
        <p:spPr>
          <a:xfrm>
            <a:off x="7244391" y="2469362"/>
            <a:ext cx="31342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-177800" algn="ctr" defTabSz="99569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kumimoji="1" sz="800" b="1" i="0" u="none" strike="noStrike" cap="none" spc="-60" normalizeH="0" baseline="0">
                <a:ln>
                  <a:solidFill>
                    <a:srgbClr val="8D8D8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16000" lvl="2" indent="-216000" defTabSz="954409" fontAlgn="ctr">
              <a:spcBef>
                <a:spcPts val="200"/>
              </a:spcBef>
              <a:spcAft>
                <a:spcPts val="200"/>
              </a:spcAft>
              <a:buClr>
                <a:srgbClr val="003763"/>
              </a:buClr>
              <a:buSzPct val="100000"/>
              <a:buFont typeface="프리젠테이션 7 Bold" pitchFamily="2" charset="-127"/>
              <a:buChar char=""/>
              <a:tabLst>
                <a:tab pos="345714" algn="l"/>
              </a:tabLst>
              <a:defRPr/>
            </a:pPr>
            <a:r>
              <a:rPr kumimoji="1" lang="en-US" altLang="ko-KR" sz="13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??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8EF1C7-53C9-47F2-81BD-9B223516DE67}"/>
              </a:ext>
            </a:extLst>
          </p:cNvPr>
          <p:cNvSpPr txBox="1"/>
          <p:nvPr/>
        </p:nvSpPr>
        <p:spPr>
          <a:xfrm>
            <a:off x="7234000" y="2908613"/>
            <a:ext cx="31342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-177800" algn="ctr" defTabSz="99569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kumimoji="1" sz="800" b="1" i="0" u="none" strike="noStrike" cap="none" spc="-60" normalizeH="0" baseline="0">
                <a:ln>
                  <a:solidFill>
                    <a:srgbClr val="8D8D8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16000" lvl="2" indent="-216000" defTabSz="954409" fontAlgn="ctr">
              <a:spcBef>
                <a:spcPts val="200"/>
              </a:spcBef>
              <a:spcAft>
                <a:spcPts val="200"/>
              </a:spcAft>
              <a:buClr>
                <a:srgbClr val="003763"/>
              </a:buClr>
              <a:buSzPct val="100000"/>
              <a:buFont typeface="프리젠테이션 7 Bold" pitchFamily="2" charset="-127"/>
              <a:buChar char=""/>
              <a:tabLst>
                <a:tab pos="345714" algn="l"/>
              </a:tabLst>
              <a:defRPr/>
            </a:pPr>
            <a:r>
              <a:rPr kumimoji="1" lang="en-US" altLang="ko-KR" sz="13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??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251167-A417-4B9D-A977-390BBB388499}"/>
              </a:ext>
            </a:extLst>
          </p:cNvPr>
          <p:cNvSpPr txBox="1"/>
          <p:nvPr/>
        </p:nvSpPr>
        <p:spPr>
          <a:xfrm>
            <a:off x="7176674" y="3549127"/>
            <a:ext cx="317223" cy="215444"/>
          </a:xfrm>
          <a:prstGeom prst="rect">
            <a:avLst/>
          </a:prstGeom>
          <a:noFill/>
          <a:ln>
            <a:noFill/>
          </a:ln>
        </p:spPr>
        <p:txBody>
          <a:bodyPr wrap="none" lIns="90000" tIns="0" rIns="0" bIns="0" anchor="ctr" anchorCtr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sz="150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algn="l" defTabSz="1043056">
              <a:lnSpc>
                <a:spcPct val="100000"/>
              </a:lnSpc>
              <a:defRPr/>
            </a:pPr>
            <a:r>
              <a:rPr lang="en-US" altLang="ko-KR" sz="1400" spc="-30" dirty="0">
                <a:ln w="22225">
                  <a:solidFill>
                    <a:srgbClr val="0B416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??</a:t>
            </a:r>
            <a:endParaRPr lang="ko-KR" altLang="en-US" sz="1600" spc="-30" dirty="0">
              <a:ln w="22225">
                <a:solidFill>
                  <a:srgbClr val="0B4165">
                    <a:alpha val="0"/>
                  </a:srgbClr>
                </a:solidFill>
              </a:ln>
              <a:solidFill>
                <a:srgbClr val="A40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사각형: 둥근 모서리 26">
            <a:extLst>
              <a:ext uri="{FF2B5EF4-FFF2-40B4-BE49-F238E27FC236}">
                <a16:creationId xmlns:a16="http://schemas.microsoft.com/office/drawing/2014/main" id="{80FC30B2-275C-4274-B155-20CAB10843DE}"/>
              </a:ext>
            </a:extLst>
          </p:cNvPr>
          <p:cNvSpPr/>
          <p:nvPr/>
        </p:nvSpPr>
        <p:spPr>
          <a:xfrm>
            <a:off x="7150533" y="3870513"/>
            <a:ext cx="3301200" cy="370908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ko-KR" altLang="en-US" sz="1000">
              <a:ln w="0">
                <a:solidFill>
                  <a:schemeClr val="tx2">
                    <a:alpha val="30000"/>
                  </a:schemeClr>
                </a:solidFill>
              </a:ln>
              <a:solidFill>
                <a:schemeClr val="tx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0" name="사각형: 둥근 모서리 26">
            <a:extLst>
              <a:ext uri="{FF2B5EF4-FFF2-40B4-BE49-F238E27FC236}">
                <a16:creationId xmlns:a16="http://schemas.microsoft.com/office/drawing/2014/main" id="{89639C6D-12CA-41ED-94EA-7393CD2ED627}"/>
              </a:ext>
            </a:extLst>
          </p:cNvPr>
          <p:cNvSpPr/>
          <p:nvPr/>
        </p:nvSpPr>
        <p:spPr>
          <a:xfrm>
            <a:off x="7150533" y="4320155"/>
            <a:ext cx="3301200" cy="370908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ko-KR" altLang="en-US" sz="1000">
              <a:ln w="0">
                <a:solidFill>
                  <a:schemeClr val="tx2">
                    <a:alpha val="30000"/>
                  </a:schemeClr>
                </a:solidFill>
              </a:ln>
              <a:solidFill>
                <a:schemeClr val="tx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DB3E1C-8058-4EFC-B451-0FE306529B4A}"/>
              </a:ext>
            </a:extLst>
          </p:cNvPr>
          <p:cNvSpPr txBox="1"/>
          <p:nvPr/>
        </p:nvSpPr>
        <p:spPr>
          <a:xfrm>
            <a:off x="7234000" y="3955940"/>
            <a:ext cx="31342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-177800" algn="ctr" defTabSz="99569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kumimoji="1" sz="800" b="1" i="0" u="none" strike="noStrike" cap="none" spc="-60" normalizeH="0" baseline="0">
                <a:ln>
                  <a:solidFill>
                    <a:srgbClr val="8D8D8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16000" lvl="2" indent="-216000" defTabSz="954409" fontAlgn="ctr">
              <a:spcBef>
                <a:spcPts val="200"/>
              </a:spcBef>
              <a:spcAft>
                <a:spcPts val="200"/>
              </a:spcAft>
              <a:buClr>
                <a:srgbClr val="003763"/>
              </a:buClr>
              <a:buSzPct val="100000"/>
              <a:buFont typeface="프리젠테이션 7 Bold" pitchFamily="2" charset="-127"/>
              <a:buChar char=""/>
              <a:tabLst>
                <a:tab pos="345714" algn="l"/>
              </a:tabLst>
              <a:defRPr/>
            </a:pPr>
            <a:r>
              <a:rPr kumimoji="1" lang="en-US" altLang="ko-KR" sz="13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??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175BCD-760D-4E20-BFC9-FEFB219B23F1}"/>
              </a:ext>
            </a:extLst>
          </p:cNvPr>
          <p:cNvSpPr txBox="1"/>
          <p:nvPr/>
        </p:nvSpPr>
        <p:spPr>
          <a:xfrm>
            <a:off x="7234000" y="4405582"/>
            <a:ext cx="31342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-177800" algn="ctr" defTabSz="99569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kumimoji="1" sz="800" b="1" i="0" u="none" strike="noStrike" cap="none" spc="-60" normalizeH="0" baseline="0">
                <a:ln>
                  <a:solidFill>
                    <a:srgbClr val="8D8D8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16000" lvl="2" indent="-216000" defTabSz="954409" fontAlgn="ctr">
              <a:spcBef>
                <a:spcPts val="200"/>
              </a:spcBef>
              <a:spcAft>
                <a:spcPts val="200"/>
              </a:spcAft>
              <a:buClr>
                <a:srgbClr val="003763"/>
              </a:buClr>
              <a:buSzPct val="100000"/>
              <a:buFont typeface="프리젠테이션 7 Bold" pitchFamily="2" charset="-127"/>
              <a:buChar char=""/>
              <a:tabLst>
                <a:tab pos="345714" algn="l"/>
              </a:tabLst>
              <a:defRPr/>
            </a:pPr>
            <a:r>
              <a:rPr kumimoji="1" lang="en-US" altLang="ko-KR" sz="13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??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3E5F1E-72AB-4D84-B7F6-A147E20F43AD}"/>
              </a:ext>
            </a:extLst>
          </p:cNvPr>
          <p:cNvSpPr txBox="1"/>
          <p:nvPr/>
        </p:nvSpPr>
        <p:spPr>
          <a:xfrm>
            <a:off x="7176674" y="5030708"/>
            <a:ext cx="349283" cy="246221"/>
          </a:xfrm>
          <a:prstGeom prst="rect">
            <a:avLst/>
          </a:prstGeom>
          <a:noFill/>
          <a:ln>
            <a:noFill/>
          </a:ln>
        </p:spPr>
        <p:txBody>
          <a:bodyPr wrap="none" lIns="90000" tIns="0" rIns="0" bIns="0" anchor="ctr" anchorCtr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sz="150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algn="l" defTabSz="1043056">
              <a:lnSpc>
                <a:spcPct val="100000"/>
              </a:lnSpc>
              <a:defRPr/>
            </a:pPr>
            <a:r>
              <a:rPr lang="en-US" altLang="ko-KR" sz="1600" spc="-30" dirty="0">
                <a:ln w="22225">
                  <a:solidFill>
                    <a:srgbClr val="0B4165">
                      <a:alpha val="0"/>
                    </a:srgbClr>
                  </a:solidFill>
                </a:ln>
                <a:solidFill>
                  <a:srgbClr val="A40000"/>
                </a:solidFill>
                <a:latin typeface="페이퍼로지 7 Bold" pitchFamily="2" charset="-127"/>
                <a:ea typeface="페이퍼로지 7 Bold" pitchFamily="2" charset="-127"/>
              </a:rPr>
              <a:t>??</a:t>
            </a:r>
          </a:p>
        </p:txBody>
      </p:sp>
      <p:sp>
        <p:nvSpPr>
          <p:cNvPr id="64" name="사각형: 둥근 모서리 26">
            <a:extLst>
              <a:ext uri="{FF2B5EF4-FFF2-40B4-BE49-F238E27FC236}">
                <a16:creationId xmlns:a16="http://schemas.microsoft.com/office/drawing/2014/main" id="{D00FDF51-7C0C-4EBE-8785-89E3670B36F3}"/>
              </a:ext>
            </a:extLst>
          </p:cNvPr>
          <p:cNvSpPr/>
          <p:nvPr/>
        </p:nvSpPr>
        <p:spPr>
          <a:xfrm>
            <a:off x="7150533" y="5367482"/>
            <a:ext cx="3301200" cy="370908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ko-KR" altLang="en-US" sz="1000">
              <a:ln w="0">
                <a:solidFill>
                  <a:schemeClr val="tx2">
                    <a:alpha val="30000"/>
                  </a:schemeClr>
                </a:solidFill>
              </a:ln>
              <a:solidFill>
                <a:schemeClr val="tx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5" name="사각형: 둥근 모서리 26">
            <a:extLst>
              <a:ext uri="{FF2B5EF4-FFF2-40B4-BE49-F238E27FC236}">
                <a16:creationId xmlns:a16="http://schemas.microsoft.com/office/drawing/2014/main" id="{A16FE239-82AC-4778-8F76-03A921D43EB0}"/>
              </a:ext>
            </a:extLst>
          </p:cNvPr>
          <p:cNvSpPr/>
          <p:nvPr/>
        </p:nvSpPr>
        <p:spPr>
          <a:xfrm>
            <a:off x="7150533" y="5817124"/>
            <a:ext cx="3301200" cy="370908"/>
          </a:xfrm>
          <a:prstGeom prst="rect">
            <a:avLst/>
          </a:prstGeom>
          <a:solidFill>
            <a:schemeClr val="bg1"/>
          </a:solidFill>
          <a:ln w="28575">
            <a:noFill/>
          </a:ln>
          <a:effectLst>
            <a:outerShdw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ko-KR" altLang="en-US" sz="1000">
              <a:ln w="0">
                <a:solidFill>
                  <a:schemeClr val="tx2">
                    <a:alpha val="30000"/>
                  </a:schemeClr>
                </a:solidFill>
              </a:ln>
              <a:solidFill>
                <a:schemeClr val="tx2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7BE12B-7A93-45D0-8740-6ED3AF386AAC}"/>
              </a:ext>
            </a:extLst>
          </p:cNvPr>
          <p:cNvSpPr txBox="1"/>
          <p:nvPr/>
        </p:nvSpPr>
        <p:spPr>
          <a:xfrm>
            <a:off x="7234000" y="5452909"/>
            <a:ext cx="31342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-177800" algn="ctr" defTabSz="99569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kumimoji="1" sz="800" b="1" i="0" u="none" strike="noStrike" cap="none" spc="-60" normalizeH="0" baseline="0">
                <a:ln>
                  <a:solidFill>
                    <a:srgbClr val="8D8D8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16000" lvl="2" indent="-216000" defTabSz="954409" fontAlgn="ctr">
              <a:spcBef>
                <a:spcPts val="200"/>
              </a:spcBef>
              <a:spcAft>
                <a:spcPts val="200"/>
              </a:spcAft>
              <a:buClr>
                <a:srgbClr val="003763"/>
              </a:buClr>
              <a:buSzPct val="100000"/>
              <a:buFont typeface="프리젠테이션 7 Bold" pitchFamily="2" charset="-127"/>
              <a:buChar char=""/>
              <a:tabLst>
                <a:tab pos="345714" algn="l"/>
              </a:tabLst>
              <a:defRPr/>
            </a:pPr>
            <a:r>
              <a:rPr kumimoji="1" lang="en-US" altLang="ko-KR" sz="13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??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13A3FC-52D6-4381-8862-2BE965E4F2BD}"/>
              </a:ext>
            </a:extLst>
          </p:cNvPr>
          <p:cNvSpPr txBox="1"/>
          <p:nvPr/>
        </p:nvSpPr>
        <p:spPr>
          <a:xfrm>
            <a:off x="7234000" y="5902551"/>
            <a:ext cx="31342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-177800" algn="ctr" defTabSz="995690" fontAlgn="base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kumimoji="1" sz="800" b="1" i="0" u="none" strike="noStrike" cap="none" spc="-60" normalizeH="0" baseline="0">
                <a:ln>
                  <a:solidFill>
                    <a:srgbClr val="8D8D8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16000" lvl="2" indent="-216000" defTabSz="954409" fontAlgn="ctr">
              <a:spcBef>
                <a:spcPts val="200"/>
              </a:spcBef>
              <a:spcAft>
                <a:spcPts val="200"/>
              </a:spcAft>
              <a:buClr>
                <a:srgbClr val="003763"/>
              </a:buClr>
              <a:buSzPct val="100000"/>
              <a:buFont typeface="프리젠테이션 7 Bold" pitchFamily="2" charset="-127"/>
              <a:buChar char=""/>
              <a:tabLst>
                <a:tab pos="345714" algn="l"/>
              </a:tabLst>
              <a:defRPr/>
            </a:pPr>
            <a:r>
              <a:rPr kumimoji="1" lang="en-US" altLang="ko-KR" sz="13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5 Medium" pitchFamily="2" charset="-127"/>
                <a:ea typeface="페이퍼로지 5 Medium" pitchFamily="2" charset="-127"/>
              </a:rPr>
              <a:t>??</a:t>
            </a:r>
          </a:p>
        </p:txBody>
      </p:sp>
      <p:sp>
        <p:nvSpPr>
          <p:cNvPr id="80" name="사각형: 둥근 모서리 26">
            <a:extLst>
              <a:ext uri="{FF2B5EF4-FFF2-40B4-BE49-F238E27FC236}">
                <a16:creationId xmlns:a16="http://schemas.microsoft.com/office/drawing/2014/main" id="{9F4A51E6-34DE-489F-845D-A9AE731C588C}"/>
              </a:ext>
            </a:extLst>
          </p:cNvPr>
          <p:cNvSpPr/>
          <p:nvPr/>
        </p:nvSpPr>
        <p:spPr>
          <a:xfrm>
            <a:off x="871520" y="1089579"/>
            <a:ext cx="4377780" cy="546697"/>
          </a:xfrm>
          <a:prstGeom prst="rightArrow">
            <a:avLst>
              <a:gd name="adj1" fmla="val 72029"/>
              <a:gd name="adj2" fmla="val 4790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5488706-8028-47C3-9371-96DC946EBBBE}"/>
              </a:ext>
            </a:extLst>
          </p:cNvPr>
          <p:cNvSpPr/>
          <p:nvPr/>
        </p:nvSpPr>
        <p:spPr>
          <a:xfrm>
            <a:off x="1009055" y="1239817"/>
            <a:ext cx="389530" cy="24622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60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IrisUPC" panose="020B0604020202020204" pitchFamily="34" charset="-34"/>
              </a:rPr>
              <a:t>???</a:t>
            </a:r>
            <a:endParaRPr lang="ko-KR" altLang="en-US" sz="1600" dirty="0">
              <a:ln w="12700">
                <a:solidFill>
                  <a:schemeClr val="dk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IrisUPC" panose="020B0604020202020204" pitchFamily="34" charset="-34"/>
            </a:endParaRPr>
          </a:p>
        </p:txBody>
      </p:sp>
      <p:sp>
        <p:nvSpPr>
          <p:cNvPr id="82" name="TextBox 14">
            <a:extLst>
              <a:ext uri="{FF2B5EF4-FFF2-40B4-BE49-F238E27FC236}">
                <a16:creationId xmlns:a16="http://schemas.microsoft.com/office/drawing/2014/main" id="{AF9220BA-6359-4796-851E-0960F8BA728C}"/>
              </a:ext>
            </a:extLst>
          </p:cNvPr>
          <p:cNvSpPr txBox="1"/>
          <p:nvPr/>
        </p:nvSpPr>
        <p:spPr>
          <a:xfrm>
            <a:off x="1051625" y="2470880"/>
            <a:ext cx="40505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162000" lvl="2" indent="-162000" defTabSz="981700" fontAlgn="ctr">
              <a:spcBef>
                <a:spcPts val="200"/>
              </a:spcBef>
              <a:spcAft>
                <a:spcPts val="200"/>
              </a:spcAft>
              <a:buClr>
                <a:srgbClr val="2451C7"/>
              </a:buCl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55600" algn="l"/>
              </a:tabLst>
              <a:defRPr/>
            </a:pPr>
            <a:r>
              <a:rPr lang="en-US" altLang="ko-KR" sz="10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???</a:t>
            </a:r>
          </a:p>
        </p:txBody>
      </p:sp>
      <p:sp>
        <p:nvSpPr>
          <p:cNvPr id="83" name="TextBox 14">
            <a:extLst>
              <a:ext uri="{FF2B5EF4-FFF2-40B4-BE49-F238E27FC236}">
                <a16:creationId xmlns:a16="http://schemas.microsoft.com/office/drawing/2014/main" id="{0A3F421A-2C5A-44EC-A9E7-49791B00A87C}"/>
              </a:ext>
            </a:extLst>
          </p:cNvPr>
          <p:cNvSpPr txBox="1"/>
          <p:nvPr/>
        </p:nvSpPr>
        <p:spPr>
          <a:xfrm>
            <a:off x="1051625" y="3766073"/>
            <a:ext cx="40505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162000" lvl="2" indent="-162000" defTabSz="981700" fontAlgn="ctr">
              <a:spcBef>
                <a:spcPts val="200"/>
              </a:spcBef>
              <a:spcAft>
                <a:spcPts val="200"/>
              </a:spcAft>
              <a:buClr>
                <a:srgbClr val="2451C7"/>
              </a:buCl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55600" algn="l"/>
              </a:tabLst>
              <a:defRPr/>
            </a:pPr>
            <a:r>
              <a:rPr lang="en-US" altLang="ko-KR" sz="10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???</a:t>
            </a:r>
          </a:p>
        </p:txBody>
      </p:sp>
      <p:sp>
        <p:nvSpPr>
          <p:cNvPr id="84" name="TextBox 14">
            <a:extLst>
              <a:ext uri="{FF2B5EF4-FFF2-40B4-BE49-F238E27FC236}">
                <a16:creationId xmlns:a16="http://schemas.microsoft.com/office/drawing/2014/main" id="{84B1DD33-DA9D-4A77-A396-4D9829B040F5}"/>
              </a:ext>
            </a:extLst>
          </p:cNvPr>
          <p:cNvSpPr txBox="1"/>
          <p:nvPr/>
        </p:nvSpPr>
        <p:spPr>
          <a:xfrm>
            <a:off x="1051625" y="5484606"/>
            <a:ext cx="40505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162000" lvl="2" indent="-162000" defTabSz="981700" fontAlgn="ctr">
              <a:spcBef>
                <a:spcPts val="200"/>
              </a:spcBef>
              <a:spcAft>
                <a:spcPts val="200"/>
              </a:spcAft>
              <a:buClr>
                <a:srgbClr val="2451C7"/>
              </a:buClr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355600" algn="l"/>
              </a:tabLst>
              <a:defRPr/>
            </a:pPr>
            <a:r>
              <a:rPr lang="en-US" altLang="ko-KR" sz="10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4 Regular" pitchFamily="2" charset="-127"/>
                <a:ea typeface="페이퍼로지 4 Regular" pitchFamily="2" charset="-127"/>
              </a:rPr>
              <a:t>???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919791A-5873-4E0E-BBA2-D3FAD7C0B30C}"/>
              </a:ext>
            </a:extLst>
          </p:cNvPr>
          <p:cNvSpPr/>
          <p:nvPr/>
        </p:nvSpPr>
        <p:spPr>
          <a:xfrm>
            <a:off x="1991011" y="1701471"/>
            <a:ext cx="310661" cy="2000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300" spc="-3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latin typeface="페이퍼로지 7 Bold" pitchFamily="2" charset="-127"/>
                <a:ea typeface="페이퍼로지 7 Bold" pitchFamily="2" charset="-127"/>
                <a:cs typeface="IrisUPC" panose="020B0604020202020204" pitchFamily="34" charset="-34"/>
              </a:rPr>
              <a:t>???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EADC07D-F271-4BF0-AB92-33B5A1F56CAF}"/>
              </a:ext>
            </a:extLst>
          </p:cNvPr>
          <p:cNvSpPr/>
          <p:nvPr/>
        </p:nvSpPr>
        <p:spPr>
          <a:xfrm>
            <a:off x="1991011" y="3424197"/>
            <a:ext cx="310661" cy="2000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300" spc="-3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latin typeface="페이퍼로지 7 Bold" pitchFamily="2" charset="-127"/>
                <a:ea typeface="페이퍼로지 7 Bold" pitchFamily="2" charset="-127"/>
                <a:cs typeface="IrisUPC" panose="020B0604020202020204" pitchFamily="34" charset="-34"/>
              </a:rPr>
              <a:t>???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0AF45483-3D0C-450E-B7E3-E21B10C86520}"/>
              </a:ext>
            </a:extLst>
          </p:cNvPr>
          <p:cNvSpPr/>
          <p:nvPr/>
        </p:nvSpPr>
        <p:spPr>
          <a:xfrm>
            <a:off x="1991011" y="5142730"/>
            <a:ext cx="310661" cy="2000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300" spc="-3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latin typeface="페이퍼로지 7 Bold" pitchFamily="2" charset="-127"/>
                <a:ea typeface="페이퍼로지 7 Bold" pitchFamily="2" charset="-127"/>
                <a:cs typeface="IrisUPC" panose="020B0604020202020204" pitchFamily="34" charset="-34"/>
              </a:rPr>
              <a:t>???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0489ED06-A7C2-44A5-BD00-D14BBBE548F7}"/>
              </a:ext>
            </a:extLst>
          </p:cNvPr>
          <p:cNvGrpSpPr/>
          <p:nvPr/>
        </p:nvGrpSpPr>
        <p:grpSpPr>
          <a:xfrm>
            <a:off x="1051625" y="1657497"/>
            <a:ext cx="849420" cy="288000"/>
            <a:chOff x="593725" y="2680857"/>
            <a:chExt cx="756000" cy="288000"/>
          </a:xfrm>
        </p:grpSpPr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7FAD49FD-B9D2-474E-A4B2-A0CD29C74D87}"/>
                </a:ext>
              </a:extLst>
            </p:cNvPr>
            <p:cNvSpPr/>
            <p:nvPr/>
          </p:nvSpPr>
          <p:spPr>
            <a:xfrm>
              <a:off x="593725" y="2680857"/>
              <a:ext cx="756000" cy="2880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F93B521-DC35-4222-9278-644C5D9BFE0F}"/>
                </a:ext>
              </a:extLst>
            </p:cNvPr>
            <p:cNvSpPr/>
            <p:nvPr/>
          </p:nvSpPr>
          <p:spPr>
            <a:xfrm>
              <a:off x="698742" y="2723291"/>
              <a:ext cx="545968" cy="2031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ko-KR" altLang="en-US" sz="120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  <a:cs typeface="IrisUPC" panose="020B0604020202020204" pitchFamily="34" charset="-34"/>
                </a:rPr>
                <a:t>특성 </a:t>
              </a:r>
              <a:r>
                <a:rPr lang="en-US" altLang="ko-KR" sz="1200" dirty="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페이퍼로지 7 Bold" pitchFamily="2" charset="-127"/>
                  <a:ea typeface="페이퍼로지 7 Bold" pitchFamily="2" charset="-127"/>
                  <a:cs typeface="IrisUPC" panose="020B0604020202020204" pitchFamily="34" charset="-34"/>
                </a:rPr>
                <a:t>01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9893F4C-9E83-4D00-A50E-99F0C3800E2A}"/>
              </a:ext>
            </a:extLst>
          </p:cNvPr>
          <p:cNvGrpSpPr/>
          <p:nvPr/>
        </p:nvGrpSpPr>
        <p:grpSpPr>
          <a:xfrm>
            <a:off x="1051625" y="3380223"/>
            <a:ext cx="849420" cy="288000"/>
            <a:chOff x="593725" y="2680857"/>
            <a:chExt cx="756000" cy="288000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9A9661AE-00DF-492E-908A-2314614B37D3}"/>
                </a:ext>
              </a:extLst>
            </p:cNvPr>
            <p:cNvSpPr/>
            <p:nvPr/>
          </p:nvSpPr>
          <p:spPr>
            <a:xfrm>
              <a:off x="593725" y="2680857"/>
              <a:ext cx="756000" cy="2880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CE66F3BA-ECE3-4102-89AC-87CA16C2BCA3}"/>
                </a:ext>
              </a:extLst>
            </p:cNvPr>
            <p:cNvSpPr/>
            <p:nvPr/>
          </p:nvSpPr>
          <p:spPr>
            <a:xfrm>
              <a:off x="698742" y="2723291"/>
              <a:ext cx="545968" cy="2031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ko-KR" altLang="en-US" sz="120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  <a:cs typeface="IrisUPC" panose="020B0604020202020204" pitchFamily="34" charset="-34"/>
                </a:rPr>
                <a:t>특성 </a:t>
              </a:r>
              <a:r>
                <a:rPr lang="en-US" altLang="ko-KR" sz="120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페이퍼로지 7 Bold" pitchFamily="2" charset="-127"/>
                  <a:ea typeface="페이퍼로지 7 Bold" pitchFamily="2" charset="-127"/>
                  <a:cs typeface="IrisUPC" panose="020B0604020202020204" pitchFamily="34" charset="-34"/>
                </a:rPr>
                <a:t>02</a:t>
              </a:r>
              <a:endParaRPr lang="en-US" altLang="ko-KR" sz="120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페이퍼로지 7 Bold" pitchFamily="2" charset="-127"/>
                <a:ea typeface="페이퍼로지 7 Bold" pitchFamily="2" charset="-127"/>
                <a:cs typeface="IrisUPC" panose="020B0604020202020204" pitchFamily="34" charset="-34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916450D-4C75-42D4-B9C6-ABD46D5EB297}"/>
              </a:ext>
            </a:extLst>
          </p:cNvPr>
          <p:cNvGrpSpPr/>
          <p:nvPr/>
        </p:nvGrpSpPr>
        <p:grpSpPr>
          <a:xfrm>
            <a:off x="1051625" y="5098757"/>
            <a:ext cx="849420" cy="288000"/>
            <a:chOff x="593725" y="2680857"/>
            <a:chExt cx="756000" cy="288000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7BC15249-FEF9-4CFC-B030-2BCF01D5971D}"/>
                </a:ext>
              </a:extLst>
            </p:cNvPr>
            <p:cNvSpPr/>
            <p:nvPr/>
          </p:nvSpPr>
          <p:spPr>
            <a:xfrm>
              <a:off x="593725" y="2680857"/>
              <a:ext cx="756000" cy="2880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25FC3B5A-1C3F-4D91-A25D-305830A3A085}"/>
                </a:ext>
              </a:extLst>
            </p:cNvPr>
            <p:cNvSpPr/>
            <p:nvPr/>
          </p:nvSpPr>
          <p:spPr>
            <a:xfrm>
              <a:off x="698742" y="2723291"/>
              <a:ext cx="545968" cy="2031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ko-KR" altLang="en-US" sz="120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  <a:cs typeface="IrisUPC" panose="020B0604020202020204" pitchFamily="34" charset="-34"/>
                </a:rPr>
                <a:t>특성 </a:t>
              </a:r>
              <a:r>
                <a:rPr lang="en-US" altLang="ko-KR" sz="1200">
                  <a:ln w="12700">
                    <a:solidFill>
                      <a:schemeClr val="dk1">
                        <a:shade val="50000"/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페이퍼로지 7 Bold" pitchFamily="2" charset="-127"/>
                  <a:ea typeface="페이퍼로지 7 Bold" pitchFamily="2" charset="-127"/>
                  <a:cs typeface="IrisUPC" panose="020B0604020202020204" pitchFamily="34" charset="-34"/>
                </a:rPr>
                <a:t>03</a:t>
              </a:r>
              <a:endParaRPr lang="en-US" altLang="ko-KR" sz="1200" dirty="0">
                <a:ln w="12700">
                  <a:solidFill>
                    <a:schemeClr val="dk1">
                      <a:shade val="50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페이퍼로지 7 Bold" pitchFamily="2" charset="-127"/>
                <a:ea typeface="페이퍼로지 7 Bold" pitchFamily="2" charset="-127"/>
                <a:cs typeface="IrisUPC" panose="020B0604020202020204" pitchFamily="34" charset="-34"/>
              </a:endParaRPr>
            </a:p>
          </p:txBody>
        </p: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AF29363-2B77-4968-872B-F5AA3F9157A3}"/>
              </a:ext>
            </a:extLst>
          </p:cNvPr>
          <p:cNvSpPr/>
          <p:nvPr/>
        </p:nvSpPr>
        <p:spPr>
          <a:xfrm>
            <a:off x="871520" y="1192539"/>
            <a:ext cx="55320" cy="5289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74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4. ??</a:t>
            </a:r>
            <a:endParaRPr lang="ko-KR" altLang="en-US" sz="2300" dirty="0">
              <a:solidFill>
                <a:schemeClr val="tx1"/>
              </a:solidFill>
              <a:latin typeface="페이퍼로지 8 ExtraBold" pitchFamily="2" charset="-127"/>
              <a:ea typeface="페이퍼로지 8 ExtraBold" pitchFamily="2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D0153A5-4697-4744-9D30-2729279BBCF7}"/>
              </a:ext>
            </a:extLst>
          </p:cNvPr>
          <p:cNvGrpSpPr/>
          <p:nvPr/>
        </p:nvGrpSpPr>
        <p:grpSpPr>
          <a:xfrm>
            <a:off x="822397" y="871963"/>
            <a:ext cx="2966704" cy="5855204"/>
            <a:chOff x="458841" y="1579245"/>
            <a:chExt cx="2451822" cy="4839012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B45920B8-4116-489F-99D9-E6FEDA0D3B70}"/>
                </a:ext>
              </a:extLst>
            </p:cNvPr>
            <p:cNvGrpSpPr/>
            <p:nvPr/>
          </p:nvGrpSpPr>
          <p:grpSpPr>
            <a:xfrm>
              <a:off x="458841" y="2022474"/>
              <a:ext cx="2451822" cy="4395783"/>
              <a:chOff x="366775" y="2631366"/>
              <a:chExt cx="2505019" cy="3656630"/>
            </a:xfrm>
            <a:solidFill>
              <a:srgbClr val="EAEAEA"/>
            </a:solidFill>
            <a:effectLst/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8BC8BB9D-CBBC-47FB-BD2E-5E9F39210D6F}"/>
                  </a:ext>
                </a:extLst>
              </p:cNvPr>
              <p:cNvSpPr txBox="1"/>
              <p:nvPr/>
            </p:nvSpPr>
            <p:spPr>
              <a:xfrm>
                <a:off x="366775" y="2631366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 hangingPunct="0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600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F2D746B-183E-48ED-8428-1CB1BB845C74}"/>
                  </a:ext>
                </a:extLst>
              </p:cNvPr>
              <p:cNvSpPr txBox="1"/>
              <p:nvPr/>
            </p:nvSpPr>
            <p:spPr>
              <a:xfrm>
                <a:off x="366775" y="3043853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8D57028-D3E5-4684-AEF9-58763CE02C82}"/>
                  </a:ext>
                </a:extLst>
              </p:cNvPr>
              <p:cNvSpPr txBox="1"/>
              <p:nvPr/>
            </p:nvSpPr>
            <p:spPr>
              <a:xfrm>
                <a:off x="366775" y="3456340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DB0264B2-227B-4131-BA94-905E3754494F}"/>
                  </a:ext>
                </a:extLst>
              </p:cNvPr>
              <p:cNvSpPr txBox="1"/>
              <p:nvPr/>
            </p:nvSpPr>
            <p:spPr>
              <a:xfrm>
                <a:off x="366775" y="3868827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12349C3D-1A60-4A97-8DB0-27CEECCEA6AF}"/>
                  </a:ext>
                </a:extLst>
              </p:cNvPr>
              <p:cNvSpPr txBox="1"/>
              <p:nvPr/>
            </p:nvSpPr>
            <p:spPr>
              <a:xfrm>
                <a:off x="368576" y="4693801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0553DDBC-F537-45CB-B3D6-53891E1274D6}"/>
                  </a:ext>
                </a:extLst>
              </p:cNvPr>
              <p:cNvSpPr txBox="1"/>
              <p:nvPr/>
            </p:nvSpPr>
            <p:spPr>
              <a:xfrm>
                <a:off x="366775" y="4281314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1AD7B6FB-E945-4039-AABC-AC6DFC45718D}"/>
                  </a:ext>
                </a:extLst>
              </p:cNvPr>
              <p:cNvSpPr txBox="1"/>
              <p:nvPr/>
            </p:nvSpPr>
            <p:spPr>
              <a:xfrm>
                <a:off x="366775" y="5518775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D2E7190-B7EB-4197-A53B-7CB403787F58}"/>
                  </a:ext>
                </a:extLst>
              </p:cNvPr>
              <p:cNvSpPr txBox="1"/>
              <p:nvPr/>
            </p:nvSpPr>
            <p:spPr>
              <a:xfrm>
                <a:off x="366775" y="5931262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5DE3230-199A-4FF4-9565-969812D99358}"/>
                  </a:ext>
                </a:extLst>
              </p:cNvPr>
              <p:cNvSpPr txBox="1"/>
              <p:nvPr/>
            </p:nvSpPr>
            <p:spPr>
              <a:xfrm>
                <a:off x="368576" y="5106288"/>
                <a:ext cx="2503218" cy="356734"/>
              </a:xfrm>
              <a:prstGeom prst="rect">
                <a:avLst/>
              </a:prstGeom>
              <a:grpFill/>
              <a:ln w="19050">
                <a:noFill/>
              </a:ln>
              <a:effectLst/>
            </p:spPr>
            <p:txBody>
              <a:bodyPr wrap="square" lIns="70001" tIns="0" rIns="70001" bIns="0" anchor="ctr"/>
              <a:lstStyle>
                <a:defPPr>
                  <a:defRPr lang="en-US"/>
                </a:defPPr>
                <a:lvl1pPr marR="0" lvl="0" indent="0" algn="ctr" defTabSz="999461" fontAlgn="auto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>
                      <a:lumMod val="75000"/>
                      <a:lumOff val="25000"/>
                    </a:prstClr>
                  </a:buClr>
                  <a:buSzPct val="70000"/>
                  <a:buFontTx/>
                  <a:buNone/>
                  <a:tabLst/>
                  <a:defRPr kumimoji="0" sz="1069" b="0" i="0" u="none" strike="noStrike" kern="0" cap="none" spc="-30" normalizeH="0" baseline="0">
                    <a:ln>
                      <a:solidFill>
                        <a:srgbClr val="717EA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프리젠테이션 6 SemiBold" pitchFamily="2" charset="-127"/>
                    <a:ea typeface="프리젠테이션 6 SemiBold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ko-KR" sz="1000" spc="-5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0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BF023E2-DB64-43C5-A19B-EAF33D433175}"/>
                </a:ext>
              </a:extLst>
            </p:cNvPr>
            <p:cNvSpPr txBox="1"/>
            <p:nvPr/>
          </p:nvSpPr>
          <p:spPr>
            <a:xfrm>
              <a:off x="1527765" y="1722675"/>
              <a:ext cx="313977" cy="2034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US"/>
              </a:defPPr>
              <a:lvl1pPr>
                <a:spcAft>
                  <a:spcPts val="300"/>
                </a:spcAft>
                <a:defRPr sz="1200">
                  <a:ln>
                    <a:solidFill>
                      <a:srgbClr val="7030A0">
                        <a:alpha val="0"/>
                      </a:srgbClr>
                    </a:solidFill>
                  </a:ln>
                  <a:solidFill>
                    <a:srgbClr val="141E27"/>
                  </a:solidFill>
                  <a:latin typeface="210 옴니고딕 040" panose="02020603020101020101" pitchFamily="18" charset="-127"/>
                  <a:ea typeface="210 옴니고딕 040" panose="02020603020101020101" pitchFamily="18" charset="-127"/>
                </a:defRPr>
              </a:lvl1pPr>
            </a:lstStyle>
            <a:p>
              <a:pPr algn="ctr"/>
              <a:r>
                <a:rPr lang="en-US" altLang="ko-KR" sz="16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???</a:t>
              </a:r>
              <a:endParaRPr lang="ko-KR" altLang="en-US" sz="1600" spc="-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47" name="자유형: 도형 146">
              <a:extLst>
                <a:ext uri="{FF2B5EF4-FFF2-40B4-BE49-F238E27FC236}">
                  <a16:creationId xmlns:a16="http://schemas.microsoft.com/office/drawing/2014/main" id="{EDC94419-8034-46F1-8309-92727FD7CA09}"/>
                </a:ext>
              </a:extLst>
            </p:cNvPr>
            <p:cNvSpPr/>
            <p:nvPr/>
          </p:nvSpPr>
          <p:spPr>
            <a:xfrm>
              <a:off x="459116" y="1579245"/>
              <a:ext cx="2451273" cy="0"/>
            </a:xfrm>
            <a:custGeom>
              <a:avLst/>
              <a:gdLst>
                <a:gd name="csX0" fmla="*/ 0 w 2662237"/>
                <a:gd name="csY0" fmla="*/ 0 h 0"/>
                <a:gd name="csX1" fmla="*/ 0 w 2662237"/>
                <a:gd name="csY1" fmla="*/ 0 h 0"/>
                <a:gd name="csX2" fmla="*/ 2662237 w 2662237"/>
                <a:gd name="csY2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62237">
                  <a:moveTo>
                    <a:pt x="0" y="0"/>
                  </a:moveTo>
                  <a:lnTo>
                    <a:pt x="0" y="0"/>
                  </a:lnTo>
                  <a:lnTo>
                    <a:pt x="2662237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자유형: 도형 9">
            <a:extLst>
              <a:ext uri="{FF2B5EF4-FFF2-40B4-BE49-F238E27FC236}">
                <a16:creationId xmlns:a16="http://schemas.microsoft.com/office/drawing/2014/main" id="{059CB156-2386-40C0-BCF4-9605D7CE848C}"/>
              </a:ext>
            </a:extLst>
          </p:cNvPr>
          <p:cNvSpPr/>
          <p:nvPr/>
        </p:nvSpPr>
        <p:spPr>
          <a:xfrm flipV="1">
            <a:off x="5028585" y="2451265"/>
            <a:ext cx="4622273" cy="850583"/>
          </a:xfrm>
          <a:prstGeom prst="round1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300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b="0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9" name="자유형: 도형 9">
            <a:extLst>
              <a:ext uri="{FF2B5EF4-FFF2-40B4-BE49-F238E27FC236}">
                <a16:creationId xmlns:a16="http://schemas.microsoft.com/office/drawing/2014/main" id="{5F74BA75-BB6F-4959-926E-FA810F00E4FE}"/>
              </a:ext>
            </a:extLst>
          </p:cNvPr>
          <p:cNvSpPr/>
          <p:nvPr/>
        </p:nvSpPr>
        <p:spPr>
          <a:xfrm flipV="1">
            <a:off x="5028585" y="2451265"/>
            <a:ext cx="4622273" cy="314008"/>
          </a:xfrm>
          <a:prstGeom prst="round1Rect">
            <a:avLst>
              <a:gd name="adj" fmla="val 0"/>
            </a:avLst>
          </a:prstGeom>
          <a:solidFill>
            <a:srgbClr val="01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1006231" latinLnBrk="1"/>
            <a:endPara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443FF-597F-4BE9-83A7-8D8662E31340}"/>
              </a:ext>
            </a:extLst>
          </p:cNvPr>
          <p:cNvSpPr txBox="1"/>
          <p:nvPr/>
        </p:nvSpPr>
        <p:spPr>
          <a:xfrm>
            <a:off x="7172368" y="2505132"/>
            <a:ext cx="334707" cy="206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</a:rPr>
              <a:t>???</a:t>
            </a:r>
            <a:endParaRPr kumimoji="1" lang="ko-KR" altLang="en-US" sz="1400" b="0" i="0" u="none" strike="noStrike" kern="1200" cap="none" spc="-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1" name="사각형: 둥근 모서리 558" descr="d-hub 장순호">
            <a:extLst>
              <a:ext uri="{FF2B5EF4-FFF2-40B4-BE49-F238E27FC236}">
                <a16:creationId xmlns:a16="http://schemas.microsoft.com/office/drawing/2014/main" id="{9A4079A7-FA14-4B65-8928-6AD688AE65AB}"/>
              </a:ext>
            </a:extLst>
          </p:cNvPr>
          <p:cNvSpPr/>
          <p:nvPr/>
        </p:nvSpPr>
        <p:spPr>
          <a:xfrm>
            <a:off x="5101386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sp>
        <p:nvSpPr>
          <p:cNvPr id="152" name="사각형: 둥근 모서리 559" descr="d-hub 장순호">
            <a:extLst>
              <a:ext uri="{FF2B5EF4-FFF2-40B4-BE49-F238E27FC236}">
                <a16:creationId xmlns:a16="http://schemas.microsoft.com/office/drawing/2014/main" id="{64A6107B-185E-429B-8105-CA2E48FEEFD7}"/>
              </a:ext>
            </a:extLst>
          </p:cNvPr>
          <p:cNvSpPr/>
          <p:nvPr/>
        </p:nvSpPr>
        <p:spPr>
          <a:xfrm>
            <a:off x="6240479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sp>
        <p:nvSpPr>
          <p:cNvPr id="153" name="사각형: 둥근 모서리 560" descr="d-hub 장순호">
            <a:extLst>
              <a:ext uri="{FF2B5EF4-FFF2-40B4-BE49-F238E27FC236}">
                <a16:creationId xmlns:a16="http://schemas.microsoft.com/office/drawing/2014/main" id="{E68DA755-446C-49AC-82F9-2FD22B5C6901}"/>
              </a:ext>
            </a:extLst>
          </p:cNvPr>
          <p:cNvSpPr/>
          <p:nvPr/>
        </p:nvSpPr>
        <p:spPr>
          <a:xfrm>
            <a:off x="7379572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sp>
        <p:nvSpPr>
          <p:cNvPr id="154" name="사각형: 둥근 모서리 561" descr="d-hub 장순호">
            <a:extLst>
              <a:ext uri="{FF2B5EF4-FFF2-40B4-BE49-F238E27FC236}">
                <a16:creationId xmlns:a16="http://schemas.microsoft.com/office/drawing/2014/main" id="{6DC756DB-02E8-42C3-A979-98E23F9AD65D}"/>
              </a:ext>
            </a:extLst>
          </p:cNvPr>
          <p:cNvSpPr/>
          <p:nvPr/>
        </p:nvSpPr>
        <p:spPr>
          <a:xfrm>
            <a:off x="8518666" y="2833930"/>
            <a:ext cx="1053137" cy="373480"/>
          </a:xfrm>
          <a:prstGeom prst="rect">
            <a:avLst/>
          </a:prstGeom>
          <a:solidFill>
            <a:schemeClr val="bg1"/>
          </a:solidFill>
          <a:ln w="6350">
            <a:solidFill>
              <a:srgbClr val="7F7F7F"/>
            </a:solidFill>
          </a:ln>
          <a:effectLst>
            <a:outerShdw dist="25400" dir="5400000" algn="t" rotWithShape="0">
              <a:srgbClr val="737887">
                <a:alpha val="27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 contourW="6350"/>
          </a:bodyPr>
          <a:lstStyle/>
          <a:p>
            <a:pPr marL="0" lvl="1" algn="ctr">
              <a:defRPr/>
            </a:pPr>
            <a:r>
              <a:rPr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페이퍼로지 6 SemiBold" pitchFamily="2" charset="-127"/>
                <a:ea typeface="페이퍼로지 6 SemiBold" pitchFamily="2" charset="-127"/>
              </a:rPr>
              <a:t>???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B16A6C13-5821-4D4C-8B57-7976E4B02404}"/>
              </a:ext>
            </a:extLst>
          </p:cNvPr>
          <p:cNvGrpSpPr/>
          <p:nvPr/>
        </p:nvGrpSpPr>
        <p:grpSpPr>
          <a:xfrm>
            <a:off x="8387630" y="2933682"/>
            <a:ext cx="173977" cy="173977"/>
            <a:chOff x="3595987" y="3924749"/>
            <a:chExt cx="280192" cy="280192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4F125FCD-AE10-495A-BBE4-E8E08BE68CDA}"/>
                </a:ext>
              </a:extLst>
            </p:cNvPr>
            <p:cNvSpPr/>
            <p:nvPr/>
          </p:nvSpPr>
          <p:spPr>
            <a:xfrm>
              <a:off x="3595987" y="3924749"/>
              <a:ext cx="280192" cy="2801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7" name="그래픽 156">
              <a:extLst>
                <a:ext uri="{FF2B5EF4-FFF2-40B4-BE49-F238E27FC236}">
                  <a16:creationId xmlns:a16="http://schemas.microsoft.com/office/drawing/2014/main" id="{3AF4132B-BE64-4951-84D0-62AEFB451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352" y="3939114"/>
              <a:ext cx="251460" cy="251460"/>
            </a:xfrm>
            <a:prstGeom prst="rect">
              <a:avLst/>
            </a:prstGeom>
          </p:spPr>
        </p:pic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161E2CA5-12D8-412B-977B-FC25C115C5CA}"/>
              </a:ext>
            </a:extLst>
          </p:cNvPr>
          <p:cNvGrpSpPr/>
          <p:nvPr/>
        </p:nvGrpSpPr>
        <p:grpSpPr>
          <a:xfrm>
            <a:off x="7252732" y="2933682"/>
            <a:ext cx="173977" cy="173977"/>
            <a:chOff x="3595987" y="3924749"/>
            <a:chExt cx="280192" cy="280192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ECC6B451-1009-488B-A286-26D529F267C5}"/>
                </a:ext>
              </a:extLst>
            </p:cNvPr>
            <p:cNvSpPr/>
            <p:nvPr/>
          </p:nvSpPr>
          <p:spPr>
            <a:xfrm>
              <a:off x="3595987" y="3924749"/>
              <a:ext cx="280192" cy="2801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래픽 159">
              <a:extLst>
                <a:ext uri="{FF2B5EF4-FFF2-40B4-BE49-F238E27FC236}">
                  <a16:creationId xmlns:a16="http://schemas.microsoft.com/office/drawing/2014/main" id="{95DA2210-7DF0-4D53-8B53-59ABE2FC7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352" y="3939114"/>
              <a:ext cx="251460" cy="251460"/>
            </a:xfrm>
            <a:prstGeom prst="rect">
              <a:avLst/>
            </a:prstGeom>
          </p:spPr>
        </p:pic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3EF8CDA-76C1-4BBD-8B0A-F9349A3D3036}"/>
              </a:ext>
            </a:extLst>
          </p:cNvPr>
          <p:cNvGrpSpPr/>
          <p:nvPr/>
        </p:nvGrpSpPr>
        <p:grpSpPr>
          <a:xfrm>
            <a:off x="6112571" y="2933682"/>
            <a:ext cx="173977" cy="173977"/>
            <a:chOff x="3595987" y="3924749"/>
            <a:chExt cx="280192" cy="280192"/>
          </a:xfrm>
        </p:grpSpPr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381FB41B-CFC3-4F20-8219-8BACF3F480B7}"/>
                </a:ext>
              </a:extLst>
            </p:cNvPr>
            <p:cNvSpPr/>
            <p:nvPr/>
          </p:nvSpPr>
          <p:spPr>
            <a:xfrm>
              <a:off x="3595987" y="3924749"/>
              <a:ext cx="280192" cy="2801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662F3D5-524A-4A1E-B380-4DDB77A43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352" y="3939114"/>
              <a:ext cx="251460" cy="251460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CE7B9F64-D7FD-436E-BB6B-2642C359FBA2}"/>
              </a:ext>
            </a:extLst>
          </p:cNvPr>
          <p:cNvGrpSpPr/>
          <p:nvPr/>
        </p:nvGrpSpPr>
        <p:grpSpPr>
          <a:xfrm>
            <a:off x="5368892" y="4958359"/>
            <a:ext cx="4056843" cy="772458"/>
            <a:chOff x="5643573" y="4958359"/>
            <a:chExt cx="4056843" cy="772458"/>
          </a:xfrm>
        </p:grpSpPr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FDFEF8CF-2A62-45D8-9062-BD92F24D0E24}"/>
                </a:ext>
              </a:extLst>
            </p:cNvPr>
            <p:cNvSpPr/>
            <p:nvPr/>
          </p:nvSpPr>
          <p:spPr>
            <a:xfrm>
              <a:off x="5643573" y="4958359"/>
              <a:ext cx="692868" cy="69286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UI/UX 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개선지원</a:t>
              </a:r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FBBF5C0B-C766-42BA-93A2-3FA114F23D51}"/>
                </a:ext>
              </a:extLst>
            </p:cNvPr>
            <p:cNvSpPr/>
            <p:nvPr/>
          </p:nvSpPr>
          <p:spPr>
            <a:xfrm>
              <a:off x="6482834" y="4958359"/>
              <a:ext cx="692868" cy="69286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표준 규격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수립</a:t>
              </a: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0236E1F5-8EBF-42CE-A3C5-5D883595B098}"/>
                </a:ext>
              </a:extLst>
            </p:cNvPr>
            <p:cNvSpPr/>
            <p:nvPr/>
          </p:nvSpPr>
          <p:spPr>
            <a:xfrm>
              <a:off x="7322095" y="4958359"/>
              <a:ext cx="692868" cy="69286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아키텍처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검증</a:t>
              </a:r>
            </a:p>
          </p:txBody>
        </p:sp>
        <p:sp>
          <p:nvSpPr>
            <p:cNvPr id="168" name="다이아몬드 167">
              <a:extLst>
                <a:ext uri="{FF2B5EF4-FFF2-40B4-BE49-F238E27FC236}">
                  <a16:creationId xmlns:a16="http://schemas.microsoft.com/office/drawing/2014/main" id="{1157BE86-B3D7-4422-A31C-0705B3930E52}"/>
                </a:ext>
              </a:extLst>
            </p:cNvPr>
            <p:cNvSpPr/>
            <p:nvPr/>
          </p:nvSpPr>
          <p:spPr>
            <a:xfrm>
              <a:off x="8161356" y="5087534"/>
              <a:ext cx="699797" cy="434519"/>
            </a:xfrm>
            <a:prstGeom prst="diamond">
              <a:avLst/>
            </a:prstGeom>
            <a:solidFill>
              <a:srgbClr val="FBE3D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페이퍼로지 5 Medium" pitchFamily="2" charset="-127"/>
                  <a:ea typeface="페이퍼로지 5 Medium" pitchFamily="2" charset="-127"/>
                </a:rPr>
                <a:t>무결성 검증</a:t>
              </a: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ACB55176-EF7D-4599-B684-14CA48F459AC}"/>
                </a:ext>
              </a:extLst>
            </p:cNvPr>
            <p:cNvSpPr/>
            <p:nvPr/>
          </p:nvSpPr>
          <p:spPr>
            <a:xfrm>
              <a:off x="9007548" y="4958359"/>
              <a:ext cx="692868" cy="692868"/>
            </a:xfrm>
            <a:prstGeom prst="ellipse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연속성 </a:t>
              </a:r>
              <a:br>
                <a:rPr kumimoji="1"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kumimoji="1" lang="ko-KR" altLang="en-US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확보</a:t>
              </a:r>
            </a:p>
          </p:txBody>
        </p: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44E612EE-1A1B-4BE8-AF95-AD8C304EFFC3}"/>
                </a:ext>
              </a:extLst>
            </p:cNvPr>
            <p:cNvCxnSpPr>
              <a:stCxn id="165" idx="6"/>
              <a:endCxn id="166" idx="2"/>
            </p:cNvCxnSpPr>
            <p:nvPr/>
          </p:nvCxnSpPr>
          <p:spPr>
            <a:xfrm>
              <a:off x="6336441" y="5304793"/>
              <a:ext cx="146393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화살표 연결선 170">
              <a:extLst>
                <a:ext uri="{FF2B5EF4-FFF2-40B4-BE49-F238E27FC236}">
                  <a16:creationId xmlns:a16="http://schemas.microsoft.com/office/drawing/2014/main" id="{922F1FDD-A8D1-4561-BD13-CB8D6D05399B}"/>
                </a:ext>
              </a:extLst>
            </p:cNvPr>
            <p:cNvCxnSpPr>
              <a:cxnSpLocks/>
              <a:stCxn id="166" idx="6"/>
              <a:endCxn id="167" idx="2"/>
            </p:cNvCxnSpPr>
            <p:nvPr/>
          </p:nvCxnSpPr>
          <p:spPr>
            <a:xfrm>
              <a:off x="7175702" y="5304793"/>
              <a:ext cx="146393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화살표 연결선 171">
              <a:extLst>
                <a:ext uri="{FF2B5EF4-FFF2-40B4-BE49-F238E27FC236}">
                  <a16:creationId xmlns:a16="http://schemas.microsoft.com/office/drawing/2014/main" id="{B28BDA17-8208-4A4F-B905-B1D94B793F77}"/>
                </a:ext>
              </a:extLst>
            </p:cNvPr>
            <p:cNvCxnSpPr>
              <a:cxnSpLocks/>
              <a:stCxn id="167" idx="6"/>
              <a:endCxn id="168" idx="1"/>
            </p:cNvCxnSpPr>
            <p:nvPr/>
          </p:nvCxnSpPr>
          <p:spPr>
            <a:xfrm>
              <a:off x="8014963" y="5304793"/>
              <a:ext cx="146393" cy="1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화살표 연결선 172">
              <a:extLst>
                <a:ext uri="{FF2B5EF4-FFF2-40B4-BE49-F238E27FC236}">
                  <a16:creationId xmlns:a16="http://schemas.microsoft.com/office/drawing/2014/main" id="{E80DC8D4-1480-4F76-BD99-2D53566EE9B2}"/>
                </a:ext>
              </a:extLst>
            </p:cNvPr>
            <p:cNvCxnSpPr>
              <a:cxnSpLocks/>
              <a:stCxn id="168" idx="3"/>
              <a:endCxn id="169" idx="2"/>
            </p:cNvCxnSpPr>
            <p:nvPr/>
          </p:nvCxnSpPr>
          <p:spPr>
            <a:xfrm flipV="1">
              <a:off x="8861153" y="5304793"/>
              <a:ext cx="146395" cy="1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959D62CB-7AA5-49D5-8D22-EB7265F7DA00}"/>
                </a:ext>
              </a:extLst>
            </p:cNvPr>
            <p:cNvCxnSpPr>
              <a:stCxn id="168" idx="2"/>
              <a:endCxn id="166" idx="4"/>
            </p:cNvCxnSpPr>
            <p:nvPr/>
          </p:nvCxnSpPr>
          <p:spPr>
            <a:xfrm rot="5400000">
              <a:off x="7605675" y="4745647"/>
              <a:ext cx="129174" cy="1681987"/>
            </a:xfrm>
            <a:prstGeom prst="bentConnector3">
              <a:avLst>
                <a:gd name="adj1" fmla="val 198316"/>
              </a:avLst>
            </a:prstGeom>
            <a:ln w="9525">
              <a:solidFill>
                <a:srgbClr val="9B2C26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A0CFDD0-E65F-4172-B85C-1B7747E83947}"/>
                </a:ext>
              </a:extLst>
            </p:cNvPr>
            <p:cNvSpPr txBox="1"/>
            <p:nvPr/>
          </p:nvSpPr>
          <p:spPr>
            <a:xfrm>
              <a:off x="8310169" y="5623095"/>
              <a:ext cx="142988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9B2C26"/>
                  </a:solidFill>
                  <a:latin typeface="페이퍼로지 5 Medium" pitchFamily="2" charset="-127"/>
                  <a:ea typeface="페이퍼로지 5 Medium" pitchFamily="2" charset="-127"/>
                </a:rPr>
                <a:t>NO</a:t>
              </a:r>
              <a:endParaRPr kumimoji="1" lang="ko-KR" altLang="en-US" sz="700" spc="-3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B2C26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52236B2-8605-41C9-BCD4-0334F6A3A920}"/>
                </a:ext>
              </a:extLst>
            </p:cNvPr>
            <p:cNvSpPr txBox="1"/>
            <p:nvPr/>
          </p:nvSpPr>
          <p:spPr>
            <a:xfrm>
              <a:off x="8817804" y="5129075"/>
              <a:ext cx="16158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페이퍼로지 5 Medium" pitchFamily="2" charset="-127"/>
                  <a:ea typeface="페이퍼로지 5 Medium" pitchFamily="2" charset="-127"/>
                </a:rPr>
                <a:t>YES</a:t>
              </a:r>
              <a:endParaRPr kumimoji="1" lang="ko-KR" altLang="en-US" sz="700" spc="-30" dirty="0">
                <a:ln>
                  <a:solidFill>
                    <a:srgbClr val="4472C4">
                      <a:alpha val="0"/>
                    </a:srgbClr>
                  </a:solidFill>
                </a:ln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074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5. ??</a:t>
            </a:r>
            <a:endParaRPr lang="ko-KR" altLang="en-US" sz="2300" dirty="0">
              <a:solidFill>
                <a:schemeClr val="tx1"/>
              </a:solidFill>
              <a:latin typeface="페이퍼로지 8 ExtraBold" pitchFamily="2" charset="-127"/>
              <a:ea typeface="페이퍼로지 8 ExtraBold" pitchFamily="2" charset="-127"/>
              <a:cs typeface="KoPubWorld돋움체_Pro Bold" panose="00000800000000000000" pitchFamily="50" charset="-127"/>
            </a:endParaRPr>
          </a:p>
        </p:txBody>
      </p:sp>
      <p:sp>
        <p:nvSpPr>
          <p:cNvPr id="81" name="모서리가 둥근 직사각형 1315">
            <a:extLst>
              <a:ext uri="{FF2B5EF4-FFF2-40B4-BE49-F238E27FC236}">
                <a16:creationId xmlns:a16="http://schemas.microsoft.com/office/drawing/2014/main" id="{0A284F90-9EC0-4001-8BC7-567465DB1EFC}"/>
              </a:ext>
            </a:extLst>
          </p:cNvPr>
          <p:cNvSpPr/>
          <p:nvPr/>
        </p:nvSpPr>
        <p:spPr>
          <a:xfrm>
            <a:off x="7168559" y="4127678"/>
            <a:ext cx="2241680" cy="29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100" spc="-50" dirty="0">
              <a:ln>
                <a:solidFill>
                  <a:srgbClr val="C52452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D71121AF-1FCB-46F0-A2F9-D713F8A9FE39}"/>
              </a:ext>
            </a:extLst>
          </p:cNvPr>
          <p:cNvSpPr/>
          <p:nvPr/>
        </p:nvSpPr>
        <p:spPr>
          <a:xfrm rot="5400000">
            <a:off x="8127424" y="3021319"/>
            <a:ext cx="323950" cy="25125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화살표: 오른쪽 82">
            <a:extLst>
              <a:ext uri="{FF2B5EF4-FFF2-40B4-BE49-F238E27FC236}">
                <a16:creationId xmlns:a16="http://schemas.microsoft.com/office/drawing/2014/main" id="{D1727647-3F11-4A15-95A9-BAD5BB648DAA}"/>
              </a:ext>
            </a:extLst>
          </p:cNvPr>
          <p:cNvSpPr/>
          <p:nvPr/>
        </p:nvSpPr>
        <p:spPr>
          <a:xfrm rot="5400000">
            <a:off x="8155537" y="2409859"/>
            <a:ext cx="267727" cy="25125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모서리가 둥근 직사각형 1315">
            <a:extLst>
              <a:ext uri="{FF2B5EF4-FFF2-40B4-BE49-F238E27FC236}">
                <a16:creationId xmlns:a16="http://schemas.microsoft.com/office/drawing/2014/main" id="{A96D1CEF-F45B-47B4-AC2B-E9DC6BECA677}"/>
              </a:ext>
            </a:extLst>
          </p:cNvPr>
          <p:cNvSpPr/>
          <p:nvPr/>
        </p:nvSpPr>
        <p:spPr>
          <a:xfrm>
            <a:off x="6873217" y="2633594"/>
            <a:ext cx="1416184" cy="29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100" spc="-50" dirty="0">
              <a:ln>
                <a:solidFill>
                  <a:srgbClr val="C52452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0" name="모서리가 둥근 직사각형 1315">
            <a:extLst>
              <a:ext uri="{FF2B5EF4-FFF2-40B4-BE49-F238E27FC236}">
                <a16:creationId xmlns:a16="http://schemas.microsoft.com/office/drawing/2014/main" id="{CBB9FDE4-D197-474E-98B1-12678737A29E}"/>
              </a:ext>
            </a:extLst>
          </p:cNvPr>
          <p:cNvSpPr/>
          <p:nvPr/>
        </p:nvSpPr>
        <p:spPr>
          <a:xfrm>
            <a:off x="6921496" y="3357823"/>
            <a:ext cx="2818333" cy="29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100" spc="-50" dirty="0">
              <a:ln>
                <a:solidFill>
                  <a:srgbClr val="C52452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1" name="모서리가 둥근 직사각형 1315">
            <a:extLst>
              <a:ext uri="{FF2B5EF4-FFF2-40B4-BE49-F238E27FC236}">
                <a16:creationId xmlns:a16="http://schemas.microsoft.com/office/drawing/2014/main" id="{1E417FFD-AC89-47C0-930F-2EEFF2C4E2AF}"/>
              </a:ext>
            </a:extLst>
          </p:cNvPr>
          <p:cNvSpPr/>
          <p:nvPr/>
        </p:nvSpPr>
        <p:spPr>
          <a:xfrm>
            <a:off x="7662367" y="2037303"/>
            <a:ext cx="1225534" cy="29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100" spc="-50" dirty="0">
              <a:ln>
                <a:solidFill>
                  <a:srgbClr val="C52452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2" name="모서리가 둥근 직사각형 1315">
            <a:extLst>
              <a:ext uri="{FF2B5EF4-FFF2-40B4-BE49-F238E27FC236}">
                <a16:creationId xmlns:a16="http://schemas.microsoft.com/office/drawing/2014/main" id="{A46C712F-F711-4DAA-96C6-CD6D23951F7E}"/>
              </a:ext>
            </a:extLst>
          </p:cNvPr>
          <p:cNvSpPr/>
          <p:nvPr/>
        </p:nvSpPr>
        <p:spPr>
          <a:xfrm>
            <a:off x="8330662" y="2633594"/>
            <a:ext cx="1416184" cy="29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rgbClr val="D9D9D9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100" spc="-50" dirty="0">
              <a:ln>
                <a:solidFill>
                  <a:srgbClr val="C52452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6076AD02-7A5B-450C-B75E-8B7607A3543A}"/>
              </a:ext>
            </a:extLst>
          </p:cNvPr>
          <p:cNvSpPr/>
          <p:nvPr/>
        </p:nvSpPr>
        <p:spPr>
          <a:xfrm rot="5400000">
            <a:off x="8127424" y="3781825"/>
            <a:ext cx="323950" cy="2512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99C6EAE2-8315-46EB-98E7-D4442A1BCE2A}"/>
              </a:ext>
            </a:extLst>
          </p:cNvPr>
          <p:cNvSpPr/>
          <p:nvPr/>
        </p:nvSpPr>
        <p:spPr>
          <a:xfrm rot="5400000">
            <a:off x="8127424" y="4539829"/>
            <a:ext cx="323950" cy="2512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71EBA83-C586-4FB6-9229-A2CF43282C05}"/>
              </a:ext>
            </a:extLst>
          </p:cNvPr>
          <p:cNvGrpSpPr/>
          <p:nvPr/>
        </p:nvGrpSpPr>
        <p:grpSpPr>
          <a:xfrm>
            <a:off x="6787637" y="4845442"/>
            <a:ext cx="2974993" cy="640094"/>
            <a:chOff x="5154473" y="4630534"/>
            <a:chExt cx="2235156" cy="581904"/>
          </a:xfrm>
        </p:grpSpPr>
        <p:sp>
          <p:nvSpPr>
            <p:cNvPr id="98" name="모서리가 둥근 직사각형 1315">
              <a:extLst>
                <a:ext uri="{FF2B5EF4-FFF2-40B4-BE49-F238E27FC236}">
                  <a16:creationId xmlns:a16="http://schemas.microsoft.com/office/drawing/2014/main" id="{EEBCC888-3695-4C9D-8308-984EA0820887}"/>
                </a:ext>
              </a:extLst>
            </p:cNvPr>
            <p:cNvSpPr/>
            <p:nvPr/>
          </p:nvSpPr>
          <p:spPr>
            <a:xfrm>
              <a:off x="5548971" y="4630534"/>
              <a:ext cx="714268" cy="26836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1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99" name="모서리가 둥근 직사각형 1315">
              <a:extLst>
                <a:ext uri="{FF2B5EF4-FFF2-40B4-BE49-F238E27FC236}">
                  <a16:creationId xmlns:a16="http://schemas.microsoft.com/office/drawing/2014/main" id="{639B7828-5D24-4C54-BDEC-783153846E46}"/>
                </a:ext>
              </a:extLst>
            </p:cNvPr>
            <p:cNvSpPr/>
            <p:nvPr/>
          </p:nvSpPr>
          <p:spPr>
            <a:xfrm>
              <a:off x="6297789" y="4630534"/>
              <a:ext cx="714268" cy="26836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1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0" name="모서리가 둥근 직사각형 1315">
              <a:extLst>
                <a:ext uri="{FF2B5EF4-FFF2-40B4-BE49-F238E27FC236}">
                  <a16:creationId xmlns:a16="http://schemas.microsoft.com/office/drawing/2014/main" id="{D240F888-1B64-4E1F-B709-DAD9BD3804E9}"/>
                </a:ext>
              </a:extLst>
            </p:cNvPr>
            <p:cNvSpPr/>
            <p:nvPr/>
          </p:nvSpPr>
          <p:spPr>
            <a:xfrm>
              <a:off x="5154473" y="4944074"/>
              <a:ext cx="714268" cy="26836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1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1" name="모서리가 둥근 직사각형 1315">
              <a:extLst>
                <a:ext uri="{FF2B5EF4-FFF2-40B4-BE49-F238E27FC236}">
                  <a16:creationId xmlns:a16="http://schemas.microsoft.com/office/drawing/2014/main" id="{33BB4366-E2BA-4D1E-8591-51B7E5FBF756}"/>
                </a:ext>
              </a:extLst>
            </p:cNvPr>
            <p:cNvSpPr/>
            <p:nvPr/>
          </p:nvSpPr>
          <p:spPr>
            <a:xfrm>
              <a:off x="5914917" y="4935631"/>
              <a:ext cx="714268" cy="26836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1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2" name="모서리가 둥근 직사각형 1315">
              <a:extLst>
                <a:ext uri="{FF2B5EF4-FFF2-40B4-BE49-F238E27FC236}">
                  <a16:creationId xmlns:a16="http://schemas.microsoft.com/office/drawing/2014/main" id="{6CCB4EBD-0121-4A13-91AA-AFE765E0448D}"/>
                </a:ext>
              </a:extLst>
            </p:cNvPr>
            <p:cNvSpPr/>
            <p:nvPr/>
          </p:nvSpPr>
          <p:spPr>
            <a:xfrm>
              <a:off x="6675361" y="4923229"/>
              <a:ext cx="714268" cy="26836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1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F65501D7-2C07-4E28-807E-51A7A28805FE}"/>
              </a:ext>
            </a:extLst>
          </p:cNvPr>
          <p:cNvSpPr/>
          <p:nvPr/>
        </p:nvSpPr>
        <p:spPr>
          <a:xfrm rot="5400000">
            <a:off x="8127424" y="5574430"/>
            <a:ext cx="323950" cy="2512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" name="모서리가 둥근 직사각형 1315">
            <a:extLst>
              <a:ext uri="{FF2B5EF4-FFF2-40B4-BE49-F238E27FC236}">
                <a16:creationId xmlns:a16="http://schemas.microsoft.com/office/drawing/2014/main" id="{4AE91769-2ED4-4C4D-8C2E-C2C0EF3B455E}"/>
              </a:ext>
            </a:extLst>
          </p:cNvPr>
          <p:cNvSpPr/>
          <p:nvPr/>
        </p:nvSpPr>
        <p:spPr>
          <a:xfrm>
            <a:off x="6648376" y="5939330"/>
            <a:ext cx="3282044" cy="295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rtlCol="0" anchor="ctr"/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100" spc="-50" dirty="0">
                <a:ln>
                  <a:solidFill>
                    <a:srgbClr val="C52452">
                      <a:alpha val="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100" spc="-50" dirty="0">
              <a:ln>
                <a:solidFill>
                  <a:srgbClr val="C52452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A64021CA-5950-482F-A24E-65E137070049}"/>
              </a:ext>
            </a:extLst>
          </p:cNvPr>
          <p:cNvGrpSpPr/>
          <p:nvPr/>
        </p:nvGrpSpPr>
        <p:grpSpPr>
          <a:xfrm>
            <a:off x="6006317" y="1490638"/>
            <a:ext cx="4627545" cy="396000"/>
            <a:chOff x="603674" y="2667152"/>
            <a:chExt cx="4627545" cy="396000"/>
          </a:xfrm>
          <a:effectLst/>
        </p:grpSpPr>
        <p:sp>
          <p:nvSpPr>
            <p:cNvPr id="149" name="사각형: 둥근 위쪽 모서리 201">
              <a:extLst>
                <a:ext uri="{FF2B5EF4-FFF2-40B4-BE49-F238E27FC236}">
                  <a16:creationId xmlns:a16="http://schemas.microsoft.com/office/drawing/2014/main" id="{47921614-5D45-4A15-A0B3-2078A38840F9}"/>
                </a:ext>
              </a:extLst>
            </p:cNvPr>
            <p:cNvSpPr/>
            <p:nvPr/>
          </p:nvSpPr>
          <p:spPr>
            <a:xfrm>
              <a:off x="603674" y="2667152"/>
              <a:ext cx="4627545" cy="396000"/>
            </a:xfrm>
            <a:prstGeom prst="rect">
              <a:avLst/>
            </a:prstGeom>
            <a:solidFill>
              <a:srgbClr val="01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defTabSz="1006231" latinLnBrk="1"/>
              <a:endPara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endParaRPr>
            </a:p>
          </p:txBody>
        </p:sp>
        <p:sp>
          <p:nvSpPr>
            <p:cNvPr id="150" name="사각형: 둥근 위쪽 모서리 201">
              <a:extLst>
                <a:ext uri="{FF2B5EF4-FFF2-40B4-BE49-F238E27FC236}">
                  <a16:creationId xmlns:a16="http://schemas.microsoft.com/office/drawing/2014/main" id="{7AD3E27B-2C8D-45B2-8E2D-00F07C74331D}"/>
                </a:ext>
              </a:extLst>
            </p:cNvPr>
            <p:cNvSpPr/>
            <p:nvPr/>
          </p:nvSpPr>
          <p:spPr>
            <a:xfrm>
              <a:off x="2548764" y="2742042"/>
              <a:ext cx="737381" cy="246221"/>
            </a:xfrm>
            <a:prstGeom prst="rect">
              <a:avLst/>
            </a:prstGeom>
            <a:solidFill>
              <a:srgbClr val="01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defTabSz="1066152" latinLnBrk="1">
                <a:defRPr/>
              </a:pPr>
              <a:r>
                <a:rPr lang="en-US" altLang="ko-KR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???</a:t>
              </a:r>
              <a:endParaRPr lang="ko-KR" altLang="en-US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902E37C-0E17-4E19-A0C9-49C62BA9A375}"/>
              </a:ext>
            </a:extLst>
          </p:cNvPr>
          <p:cNvSpPr/>
          <p:nvPr/>
        </p:nvSpPr>
        <p:spPr>
          <a:xfrm>
            <a:off x="200818" y="1523598"/>
            <a:ext cx="4640400" cy="466350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spc="-50" dirty="0">
              <a:ln>
                <a:solidFill>
                  <a:schemeClr val="tx1">
                    <a:lumMod val="95000"/>
                    <a:lumOff val="5000"/>
                    <a:alpha val="0"/>
                  </a:scheme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3" name="직각 삼각형 152">
            <a:extLst>
              <a:ext uri="{FF2B5EF4-FFF2-40B4-BE49-F238E27FC236}">
                <a16:creationId xmlns:a16="http://schemas.microsoft.com/office/drawing/2014/main" id="{6F57C9B8-9F31-488F-8533-E9501A37C976}"/>
              </a:ext>
            </a:extLst>
          </p:cNvPr>
          <p:cNvSpPr/>
          <p:nvPr/>
        </p:nvSpPr>
        <p:spPr>
          <a:xfrm flipH="1">
            <a:off x="2403633" y="4326261"/>
            <a:ext cx="2437584" cy="1860842"/>
          </a:xfrm>
          <a:prstGeom prst="rtTriangle">
            <a:avLst/>
          </a:prstGeom>
          <a:solidFill>
            <a:srgbClr val="EAEAEA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77243A21-6D5D-4159-B7D9-F412AD78F5FE}"/>
              </a:ext>
            </a:extLst>
          </p:cNvPr>
          <p:cNvGrpSpPr/>
          <p:nvPr/>
        </p:nvGrpSpPr>
        <p:grpSpPr>
          <a:xfrm>
            <a:off x="335719" y="1645218"/>
            <a:ext cx="4370460" cy="4448882"/>
            <a:chOff x="780659" y="2514554"/>
            <a:chExt cx="4370460" cy="4448882"/>
          </a:xfrm>
        </p:grpSpPr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42828562-B2AA-4E2E-A26E-4EDF57B018FA}"/>
                </a:ext>
              </a:extLst>
            </p:cNvPr>
            <p:cNvGrpSpPr/>
            <p:nvPr/>
          </p:nvGrpSpPr>
          <p:grpSpPr>
            <a:xfrm>
              <a:off x="780659" y="2514554"/>
              <a:ext cx="1059353" cy="1059353"/>
              <a:chOff x="5589731" y="5242089"/>
              <a:chExt cx="1166813" cy="1166813"/>
            </a:xfrm>
          </p:grpSpPr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3EB8B8F7-2C27-4BE0-8199-32005F2DC29D}"/>
                  </a:ext>
                </a:extLst>
              </p:cNvPr>
              <p:cNvGrpSpPr/>
              <p:nvPr/>
            </p:nvGrpSpPr>
            <p:grpSpPr>
              <a:xfrm>
                <a:off x="5589731" y="5242089"/>
                <a:ext cx="1166813" cy="1166813"/>
                <a:chOff x="-1254221" y="4016979"/>
                <a:chExt cx="1380084" cy="1380084"/>
              </a:xfrm>
            </p:grpSpPr>
            <p:sp>
              <p:nvSpPr>
                <p:cNvPr id="208" name="타원 207">
                  <a:extLst>
                    <a:ext uri="{FF2B5EF4-FFF2-40B4-BE49-F238E27FC236}">
                      <a16:creationId xmlns:a16="http://schemas.microsoft.com/office/drawing/2014/main" id="{3E527119-4090-45FD-8D97-6D4F8DD6274F}"/>
                    </a:ext>
                  </a:extLst>
                </p:cNvPr>
                <p:cNvSpPr/>
                <p:nvPr/>
              </p:nvSpPr>
              <p:spPr>
                <a:xfrm>
                  <a:off x="-1254221" y="4016979"/>
                  <a:ext cx="1380084" cy="138008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/>
                    <a:t>1</a:t>
                  </a:r>
                  <a:endParaRPr lang="ko-KR" altLang="en-US" sz="1100" dirty="0"/>
                </a:p>
              </p:txBody>
            </p:sp>
            <p:grpSp>
              <p:nvGrpSpPr>
                <p:cNvPr id="209" name="그룹 208">
                  <a:extLst>
                    <a:ext uri="{FF2B5EF4-FFF2-40B4-BE49-F238E27FC236}">
                      <a16:creationId xmlns:a16="http://schemas.microsoft.com/office/drawing/2014/main" id="{7E3DDB26-5558-41F0-AD2C-5FE427EBABB0}"/>
                    </a:ext>
                  </a:extLst>
                </p:cNvPr>
                <p:cNvGrpSpPr/>
                <p:nvPr/>
              </p:nvGrpSpPr>
              <p:grpSpPr>
                <a:xfrm>
                  <a:off x="-1194179" y="4077021"/>
                  <a:ext cx="1260000" cy="1260000"/>
                  <a:chOff x="-1053182" y="3974618"/>
                  <a:chExt cx="1260000" cy="1260000"/>
                </a:xfrm>
              </p:grpSpPr>
              <p:sp>
                <p:nvSpPr>
                  <p:cNvPr id="210" name="타원 209">
                    <a:extLst>
                      <a:ext uri="{FF2B5EF4-FFF2-40B4-BE49-F238E27FC236}">
                        <a16:creationId xmlns:a16="http://schemas.microsoft.com/office/drawing/2014/main" id="{FFAD6A9F-AD68-4D33-9393-E73082F3368F}"/>
                      </a:ext>
                    </a:extLst>
                  </p:cNvPr>
                  <p:cNvSpPr/>
                  <p:nvPr/>
                </p:nvSpPr>
                <p:spPr>
                  <a:xfrm>
                    <a:off x="-1053182" y="3974618"/>
                    <a:ext cx="1260000" cy="1260000"/>
                  </a:xfrm>
                  <a:prstGeom prst="ellipse">
                    <a:avLst/>
                  </a:prstGeom>
                  <a:solidFill>
                    <a:srgbClr val="7F7F7F"/>
                  </a:solidFill>
                  <a:ln w="6350">
                    <a:noFill/>
                  </a:ln>
                  <a:effectLst>
                    <a:outerShdw dist="50800" dir="5400000" algn="t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1"/>
                    <a:endParaRPr lang="ko-KR" alt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211" name="현 210">
                    <a:extLst>
                      <a:ext uri="{FF2B5EF4-FFF2-40B4-BE49-F238E27FC236}">
                        <a16:creationId xmlns:a16="http://schemas.microsoft.com/office/drawing/2014/main" id="{F608994B-9E3D-43BF-9627-51E5EAB9519E}"/>
                      </a:ext>
                    </a:extLst>
                  </p:cNvPr>
                  <p:cNvSpPr/>
                  <p:nvPr/>
                </p:nvSpPr>
                <p:spPr>
                  <a:xfrm>
                    <a:off x="-1006053" y="4021747"/>
                    <a:ext cx="1165743" cy="1165743"/>
                  </a:xfrm>
                  <a:prstGeom prst="chord">
                    <a:avLst>
                      <a:gd name="adj1" fmla="val 7519765"/>
                      <a:gd name="adj2" fmla="val 18832864"/>
                    </a:avLst>
                  </a:prstGeom>
                  <a:gradFill>
                    <a:gsLst>
                      <a:gs pos="0">
                        <a:schemeClr val="bg1">
                          <a:alpha val="2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</a:gradFill>
                  <a:ln w="190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페이퍼로지 6 SemiBold" pitchFamily="2" charset="-127"/>
                      <a:ea typeface="페이퍼로지 6 SemiBold" pitchFamily="2" charset="-127"/>
                    </a:endParaRPr>
                  </a:p>
                </p:txBody>
              </p:sp>
              <p:sp>
                <p:nvSpPr>
                  <p:cNvPr id="212" name="직사각형 211">
                    <a:extLst>
                      <a:ext uri="{FF2B5EF4-FFF2-40B4-BE49-F238E27FC236}">
                        <a16:creationId xmlns:a16="http://schemas.microsoft.com/office/drawing/2014/main" id="{FF259428-7F25-4382-984A-9DB53453FBE8}"/>
                      </a:ext>
                    </a:extLst>
                  </p:cNvPr>
                  <p:cNvSpPr/>
                  <p:nvPr/>
                </p:nvSpPr>
                <p:spPr>
                  <a:xfrm>
                    <a:off x="-543512" y="4434208"/>
                    <a:ext cx="240661" cy="34081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endParaRPr lang="ko-KR" altLang="en-US" sz="11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</p:grpSp>
          </p:grpSp>
          <p:sp>
            <p:nvSpPr>
              <p:cNvPr id="207" name="타원 206">
                <a:extLst>
                  <a:ext uri="{FF2B5EF4-FFF2-40B4-BE49-F238E27FC236}">
                    <a16:creationId xmlns:a16="http://schemas.microsoft.com/office/drawing/2014/main" id="{EB28AE8B-0F1B-4D22-9147-76F423EAA8F1}"/>
                  </a:ext>
                </a:extLst>
              </p:cNvPr>
              <p:cNvSpPr/>
              <p:nvPr/>
            </p:nvSpPr>
            <p:spPr>
              <a:xfrm>
                <a:off x="5747453" y="5399811"/>
                <a:ext cx="851367" cy="851367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9015234-5E13-41F1-B4CF-5CA633123788}"/>
                </a:ext>
              </a:extLst>
            </p:cNvPr>
            <p:cNvSpPr/>
            <p:nvPr/>
          </p:nvSpPr>
          <p:spPr>
            <a:xfrm>
              <a:off x="2422048" y="3071662"/>
              <a:ext cx="2729071" cy="3333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3A60FAED-B722-4D69-8411-5BDCA2DAC1EA}"/>
                </a:ext>
              </a:extLst>
            </p:cNvPr>
            <p:cNvGrpSpPr/>
            <p:nvPr/>
          </p:nvGrpSpPr>
          <p:grpSpPr>
            <a:xfrm>
              <a:off x="780659" y="3644397"/>
              <a:ext cx="1059353" cy="1059353"/>
              <a:chOff x="5589731" y="5242089"/>
              <a:chExt cx="1166813" cy="1166813"/>
            </a:xfrm>
          </p:grpSpPr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272F912E-CE12-404D-B324-0415D5F09713}"/>
                  </a:ext>
                </a:extLst>
              </p:cNvPr>
              <p:cNvGrpSpPr/>
              <p:nvPr/>
            </p:nvGrpSpPr>
            <p:grpSpPr>
              <a:xfrm>
                <a:off x="5589731" y="5242089"/>
                <a:ext cx="1166813" cy="1166813"/>
                <a:chOff x="-1254221" y="4016979"/>
                <a:chExt cx="1380084" cy="1380084"/>
              </a:xfrm>
            </p:grpSpPr>
            <p:sp>
              <p:nvSpPr>
                <p:cNvPr id="201" name="타원 200">
                  <a:extLst>
                    <a:ext uri="{FF2B5EF4-FFF2-40B4-BE49-F238E27FC236}">
                      <a16:creationId xmlns:a16="http://schemas.microsoft.com/office/drawing/2014/main" id="{A07A9963-5A30-40BB-BC36-B2B709930B59}"/>
                    </a:ext>
                  </a:extLst>
                </p:cNvPr>
                <p:cNvSpPr/>
                <p:nvPr/>
              </p:nvSpPr>
              <p:spPr>
                <a:xfrm>
                  <a:off x="-1254221" y="4016979"/>
                  <a:ext cx="1380084" cy="138008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/>
                    <a:t>1</a:t>
                  </a:r>
                  <a:endParaRPr lang="ko-KR" altLang="en-US" sz="1100" dirty="0"/>
                </a:p>
              </p:txBody>
            </p:sp>
            <p:grpSp>
              <p:nvGrpSpPr>
                <p:cNvPr id="202" name="그룹 201">
                  <a:extLst>
                    <a:ext uri="{FF2B5EF4-FFF2-40B4-BE49-F238E27FC236}">
                      <a16:creationId xmlns:a16="http://schemas.microsoft.com/office/drawing/2014/main" id="{4BFAFBDA-56EF-4DB2-8F77-78F2929EB230}"/>
                    </a:ext>
                  </a:extLst>
                </p:cNvPr>
                <p:cNvGrpSpPr/>
                <p:nvPr/>
              </p:nvGrpSpPr>
              <p:grpSpPr>
                <a:xfrm>
                  <a:off x="-1194179" y="4077021"/>
                  <a:ext cx="1260000" cy="1260000"/>
                  <a:chOff x="-1053182" y="3974618"/>
                  <a:chExt cx="1260000" cy="1260000"/>
                </a:xfrm>
              </p:grpSpPr>
              <p:sp>
                <p:nvSpPr>
                  <p:cNvPr id="203" name="타원 202">
                    <a:extLst>
                      <a:ext uri="{FF2B5EF4-FFF2-40B4-BE49-F238E27FC236}">
                        <a16:creationId xmlns:a16="http://schemas.microsoft.com/office/drawing/2014/main" id="{6DAC8266-9BDA-4EEF-A185-B6B4C021DBA8}"/>
                      </a:ext>
                    </a:extLst>
                  </p:cNvPr>
                  <p:cNvSpPr/>
                  <p:nvPr/>
                </p:nvSpPr>
                <p:spPr>
                  <a:xfrm>
                    <a:off x="-1053182" y="3974618"/>
                    <a:ext cx="1260000" cy="1260000"/>
                  </a:xfrm>
                  <a:prstGeom prst="ellipse">
                    <a:avLst/>
                  </a:prstGeom>
                  <a:solidFill>
                    <a:srgbClr val="7F7F7F"/>
                  </a:solidFill>
                  <a:ln w="6350">
                    <a:noFill/>
                  </a:ln>
                  <a:effectLst>
                    <a:outerShdw dist="50800" dir="5400000" algn="t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1"/>
                    <a:endParaRPr lang="ko-KR" alt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204" name="현 203">
                    <a:extLst>
                      <a:ext uri="{FF2B5EF4-FFF2-40B4-BE49-F238E27FC236}">
                        <a16:creationId xmlns:a16="http://schemas.microsoft.com/office/drawing/2014/main" id="{0738519D-175B-483F-85D3-91F6396FD45C}"/>
                      </a:ext>
                    </a:extLst>
                  </p:cNvPr>
                  <p:cNvSpPr/>
                  <p:nvPr/>
                </p:nvSpPr>
                <p:spPr>
                  <a:xfrm>
                    <a:off x="-1006053" y="4021747"/>
                    <a:ext cx="1165743" cy="1165743"/>
                  </a:xfrm>
                  <a:prstGeom prst="chord">
                    <a:avLst>
                      <a:gd name="adj1" fmla="val 7519765"/>
                      <a:gd name="adj2" fmla="val 18832864"/>
                    </a:avLst>
                  </a:prstGeom>
                  <a:gradFill>
                    <a:gsLst>
                      <a:gs pos="0">
                        <a:schemeClr val="bg1">
                          <a:alpha val="2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</a:gradFill>
                  <a:ln w="190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페이퍼로지 6 SemiBold" pitchFamily="2" charset="-127"/>
                      <a:ea typeface="페이퍼로지 6 SemiBold" pitchFamily="2" charset="-127"/>
                    </a:endParaRPr>
                  </a:p>
                </p:txBody>
              </p:sp>
              <p:sp>
                <p:nvSpPr>
                  <p:cNvPr id="205" name="직사각형 204">
                    <a:extLst>
                      <a:ext uri="{FF2B5EF4-FFF2-40B4-BE49-F238E27FC236}">
                        <a16:creationId xmlns:a16="http://schemas.microsoft.com/office/drawing/2014/main" id="{D657BDA4-55E8-4F46-8FA5-14D823B1CE64}"/>
                      </a:ext>
                    </a:extLst>
                  </p:cNvPr>
                  <p:cNvSpPr/>
                  <p:nvPr/>
                </p:nvSpPr>
                <p:spPr>
                  <a:xfrm>
                    <a:off x="-543512" y="4434208"/>
                    <a:ext cx="240661" cy="34081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endParaRPr lang="ko-KR" altLang="en-US" sz="11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</p:grpSp>
          </p:grpSp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0F2DE243-A7BB-41D4-AFC6-A5730D95DA6D}"/>
                  </a:ext>
                </a:extLst>
              </p:cNvPr>
              <p:cNvSpPr/>
              <p:nvPr/>
            </p:nvSpPr>
            <p:spPr>
              <a:xfrm>
                <a:off x="5747453" y="5399811"/>
                <a:ext cx="851367" cy="851367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BE53FE6F-2C78-466B-8CA1-AB5B245460FA}"/>
                </a:ext>
              </a:extLst>
            </p:cNvPr>
            <p:cNvGrpSpPr/>
            <p:nvPr/>
          </p:nvGrpSpPr>
          <p:grpSpPr>
            <a:xfrm>
              <a:off x="780659" y="5904083"/>
              <a:ext cx="1059353" cy="1059353"/>
              <a:chOff x="6821318" y="5242089"/>
              <a:chExt cx="1166813" cy="1166813"/>
            </a:xfrm>
          </p:grpSpPr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510780D0-C282-467E-B077-8BD1B751D940}"/>
                  </a:ext>
                </a:extLst>
              </p:cNvPr>
              <p:cNvGrpSpPr/>
              <p:nvPr/>
            </p:nvGrpSpPr>
            <p:grpSpPr>
              <a:xfrm>
                <a:off x="6821318" y="5242089"/>
                <a:ext cx="1166813" cy="1166813"/>
                <a:chOff x="-1254221" y="4016979"/>
                <a:chExt cx="1380084" cy="1380084"/>
              </a:xfrm>
            </p:grpSpPr>
            <p:sp>
              <p:nvSpPr>
                <p:cNvPr id="194" name="타원 193">
                  <a:extLst>
                    <a:ext uri="{FF2B5EF4-FFF2-40B4-BE49-F238E27FC236}">
                      <a16:creationId xmlns:a16="http://schemas.microsoft.com/office/drawing/2014/main" id="{8D5B1B3F-FF8E-4111-AD70-4DED7E2D1B89}"/>
                    </a:ext>
                  </a:extLst>
                </p:cNvPr>
                <p:cNvSpPr/>
                <p:nvPr/>
              </p:nvSpPr>
              <p:spPr>
                <a:xfrm>
                  <a:off x="-1254221" y="4016979"/>
                  <a:ext cx="1380084" cy="138008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/>
                    <a:t>1</a:t>
                  </a:r>
                  <a:endParaRPr lang="ko-KR" altLang="en-US" sz="1100" dirty="0"/>
                </a:p>
              </p:txBody>
            </p:sp>
            <p:grpSp>
              <p:nvGrpSpPr>
                <p:cNvPr id="195" name="그룹 194">
                  <a:extLst>
                    <a:ext uri="{FF2B5EF4-FFF2-40B4-BE49-F238E27FC236}">
                      <a16:creationId xmlns:a16="http://schemas.microsoft.com/office/drawing/2014/main" id="{05A65358-AC42-4E8A-A7ED-28011F13424B}"/>
                    </a:ext>
                  </a:extLst>
                </p:cNvPr>
                <p:cNvGrpSpPr/>
                <p:nvPr/>
              </p:nvGrpSpPr>
              <p:grpSpPr>
                <a:xfrm>
                  <a:off x="-1194179" y="4077021"/>
                  <a:ext cx="1260000" cy="1260000"/>
                  <a:chOff x="-1053182" y="3974618"/>
                  <a:chExt cx="1260000" cy="1260000"/>
                </a:xfrm>
              </p:grpSpPr>
              <p:sp>
                <p:nvSpPr>
                  <p:cNvPr id="196" name="타원 195">
                    <a:extLst>
                      <a:ext uri="{FF2B5EF4-FFF2-40B4-BE49-F238E27FC236}">
                        <a16:creationId xmlns:a16="http://schemas.microsoft.com/office/drawing/2014/main" id="{F2B6C283-B19F-4151-83C3-76B4825656E4}"/>
                      </a:ext>
                    </a:extLst>
                  </p:cNvPr>
                  <p:cNvSpPr/>
                  <p:nvPr/>
                </p:nvSpPr>
                <p:spPr>
                  <a:xfrm>
                    <a:off x="-1053182" y="3974618"/>
                    <a:ext cx="1260000" cy="1260000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noFill/>
                  </a:ln>
                  <a:effectLst>
                    <a:outerShdw dist="38100" dir="5400000" algn="t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1"/>
                    <a:endParaRPr lang="ko-KR" altLang="en-US" sz="1100" dirty="0"/>
                  </a:p>
                </p:txBody>
              </p:sp>
              <p:sp>
                <p:nvSpPr>
                  <p:cNvPr id="197" name="현 196">
                    <a:extLst>
                      <a:ext uri="{FF2B5EF4-FFF2-40B4-BE49-F238E27FC236}">
                        <a16:creationId xmlns:a16="http://schemas.microsoft.com/office/drawing/2014/main" id="{319E8379-3A8E-4C91-A33F-66F296672C7A}"/>
                      </a:ext>
                    </a:extLst>
                  </p:cNvPr>
                  <p:cNvSpPr/>
                  <p:nvPr/>
                </p:nvSpPr>
                <p:spPr>
                  <a:xfrm>
                    <a:off x="-1006053" y="4021747"/>
                    <a:ext cx="1165743" cy="1165743"/>
                  </a:xfrm>
                  <a:prstGeom prst="chord">
                    <a:avLst>
                      <a:gd name="adj1" fmla="val 7519765"/>
                      <a:gd name="adj2" fmla="val 18832864"/>
                    </a:avLst>
                  </a:prstGeom>
                  <a:gradFill>
                    <a:gsLst>
                      <a:gs pos="0">
                        <a:schemeClr val="bg1">
                          <a:alpha val="2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</a:gradFill>
                  <a:ln w="190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페이퍼로지 6 SemiBold" pitchFamily="2" charset="-127"/>
                      <a:ea typeface="페이퍼로지 6 SemiBold" pitchFamily="2" charset="-127"/>
                    </a:endParaRPr>
                  </a:p>
                </p:txBody>
              </p:sp>
              <p:sp>
                <p:nvSpPr>
                  <p:cNvPr id="198" name="직사각형 197">
                    <a:extLst>
                      <a:ext uri="{FF2B5EF4-FFF2-40B4-BE49-F238E27FC236}">
                        <a16:creationId xmlns:a16="http://schemas.microsoft.com/office/drawing/2014/main" id="{E42B4073-B562-4301-9B8B-7DC35E0DC21B}"/>
                      </a:ext>
                    </a:extLst>
                  </p:cNvPr>
                  <p:cNvSpPr/>
                  <p:nvPr/>
                </p:nvSpPr>
                <p:spPr>
                  <a:xfrm>
                    <a:off x="-543512" y="4434208"/>
                    <a:ext cx="240661" cy="34081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endParaRPr lang="ko-KR" altLang="en-US" sz="11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</p:grpSp>
          </p:grp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DD55EB4D-B5DF-4F98-8909-765E3156E85E}"/>
                  </a:ext>
                </a:extLst>
              </p:cNvPr>
              <p:cNvSpPr/>
              <p:nvPr/>
            </p:nvSpPr>
            <p:spPr>
              <a:xfrm>
                <a:off x="6979040" y="5399811"/>
                <a:ext cx="851367" cy="851367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BE4FECAA-7D65-49A5-B741-74ED4A70B125}"/>
                </a:ext>
              </a:extLst>
            </p:cNvPr>
            <p:cNvGrpSpPr/>
            <p:nvPr/>
          </p:nvGrpSpPr>
          <p:grpSpPr>
            <a:xfrm>
              <a:off x="780659" y="4774240"/>
              <a:ext cx="1059353" cy="1059353"/>
              <a:chOff x="5589731" y="5242089"/>
              <a:chExt cx="1166813" cy="1166813"/>
            </a:xfrm>
          </p:grpSpPr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8450AD3A-88B1-479D-BC94-5EBBE660EF6B}"/>
                  </a:ext>
                </a:extLst>
              </p:cNvPr>
              <p:cNvGrpSpPr/>
              <p:nvPr/>
            </p:nvGrpSpPr>
            <p:grpSpPr>
              <a:xfrm>
                <a:off x="5589731" y="5242089"/>
                <a:ext cx="1166813" cy="1166813"/>
                <a:chOff x="-1254221" y="4016979"/>
                <a:chExt cx="1380084" cy="1380084"/>
              </a:xfrm>
            </p:grpSpPr>
            <p:sp>
              <p:nvSpPr>
                <p:cNvPr id="187" name="타원 186">
                  <a:extLst>
                    <a:ext uri="{FF2B5EF4-FFF2-40B4-BE49-F238E27FC236}">
                      <a16:creationId xmlns:a16="http://schemas.microsoft.com/office/drawing/2014/main" id="{58F7FA9D-6C72-4AF4-8D47-9BFB93CDA6DA}"/>
                    </a:ext>
                  </a:extLst>
                </p:cNvPr>
                <p:cNvSpPr/>
                <p:nvPr/>
              </p:nvSpPr>
              <p:spPr>
                <a:xfrm>
                  <a:off x="-1254221" y="4016979"/>
                  <a:ext cx="1380084" cy="138008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/>
                    <a:t>1</a:t>
                  </a:r>
                  <a:endParaRPr lang="ko-KR" altLang="en-US" sz="1100" dirty="0"/>
                </a:p>
              </p:txBody>
            </p:sp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01A81929-2466-43B0-9B91-F808F8350CC8}"/>
                    </a:ext>
                  </a:extLst>
                </p:cNvPr>
                <p:cNvGrpSpPr/>
                <p:nvPr/>
              </p:nvGrpSpPr>
              <p:grpSpPr>
                <a:xfrm>
                  <a:off x="-1194179" y="4077021"/>
                  <a:ext cx="1260000" cy="1260000"/>
                  <a:chOff x="-1053182" y="3974618"/>
                  <a:chExt cx="1260000" cy="1260000"/>
                </a:xfrm>
              </p:grpSpPr>
              <p:sp>
                <p:nvSpPr>
                  <p:cNvPr id="189" name="타원 188">
                    <a:extLst>
                      <a:ext uri="{FF2B5EF4-FFF2-40B4-BE49-F238E27FC236}">
                        <a16:creationId xmlns:a16="http://schemas.microsoft.com/office/drawing/2014/main" id="{60630560-674C-4140-94FC-44FAD9373CCB}"/>
                      </a:ext>
                    </a:extLst>
                  </p:cNvPr>
                  <p:cNvSpPr/>
                  <p:nvPr/>
                </p:nvSpPr>
                <p:spPr>
                  <a:xfrm>
                    <a:off x="-1053182" y="3974618"/>
                    <a:ext cx="1260000" cy="1260000"/>
                  </a:xfrm>
                  <a:prstGeom prst="ellipse">
                    <a:avLst/>
                  </a:prstGeom>
                  <a:solidFill>
                    <a:srgbClr val="7F7F7F"/>
                  </a:solidFill>
                  <a:ln w="6350">
                    <a:noFill/>
                  </a:ln>
                  <a:effectLst>
                    <a:outerShdw dist="50800" dir="5400000" algn="t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1"/>
                    <a:endParaRPr lang="ko-KR" altLang="en-US" sz="1100" dirty="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90" name="현 189">
                    <a:extLst>
                      <a:ext uri="{FF2B5EF4-FFF2-40B4-BE49-F238E27FC236}">
                        <a16:creationId xmlns:a16="http://schemas.microsoft.com/office/drawing/2014/main" id="{EEF9AF94-02E5-4ABF-AF2E-99051E218F28}"/>
                      </a:ext>
                    </a:extLst>
                  </p:cNvPr>
                  <p:cNvSpPr/>
                  <p:nvPr/>
                </p:nvSpPr>
                <p:spPr>
                  <a:xfrm>
                    <a:off x="-1006053" y="4021747"/>
                    <a:ext cx="1165743" cy="1165743"/>
                  </a:xfrm>
                  <a:prstGeom prst="chord">
                    <a:avLst>
                      <a:gd name="adj1" fmla="val 7519765"/>
                      <a:gd name="adj2" fmla="val 18832864"/>
                    </a:avLst>
                  </a:prstGeom>
                  <a:gradFill>
                    <a:gsLst>
                      <a:gs pos="0">
                        <a:schemeClr val="bg1">
                          <a:alpha val="2000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0"/>
                  </a:gradFill>
                  <a:ln w="1905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페이퍼로지 6 SemiBold" pitchFamily="2" charset="-127"/>
                      <a:ea typeface="페이퍼로지 6 SemiBold" pitchFamily="2" charset="-127"/>
                    </a:endParaRPr>
                  </a:p>
                </p:txBody>
              </p:sp>
              <p:sp>
                <p:nvSpPr>
                  <p:cNvPr id="191" name="직사각형 190">
                    <a:extLst>
                      <a:ext uri="{FF2B5EF4-FFF2-40B4-BE49-F238E27FC236}">
                        <a16:creationId xmlns:a16="http://schemas.microsoft.com/office/drawing/2014/main" id="{6F80D55B-2C0E-43DD-BB89-5771E9ED3283}"/>
                      </a:ext>
                    </a:extLst>
                  </p:cNvPr>
                  <p:cNvSpPr/>
                  <p:nvPr/>
                </p:nvSpPr>
                <p:spPr>
                  <a:xfrm>
                    <a:off x="-543512" y="4434208"/>
                    <a:ext cx="240661" cy="34081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algn="ctr"/>
                    <a:endParaRPr lang="ko-KR" altLang="en-US" sz="11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</p:grpSp>
          </p:grp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562EE71B-20C3-4846-BB5E-195E77E67C8C}"/>
                  </a:ext>
                </a:extLst>
              </p:cNvPr>
              <p:cNvSpPr/>
              <p:nvPr/>
            </p:nvSpPr>
            <p:spPr>
              <a:xfrm>
                <a:off x="5747453" y="5399811"/>
                <a:ext cx="851367" cy="851367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sp>
          <p:nvSpPr>
            <p:cNvPr id="160" name="화살표: 아래쪽 159">
              <a:extLst>
                <a:ext uri="{FF2B5EF4-FFF2-40B4-BE49-F238E27FC236}">
                  <a16:creationId xmlns:a16="http://schemas.microsoft.com/office/drawing/2014/main" id="{7CF9BF62-26B8-4936-9D4D-CF3056EB1C16}"/>
                </a:ext>
              </a:extLst>
            </p:cNvPr>
            <p:cNvSpPr/>
            <p:nvPr/>
          </p:nvSpPr>
          <p:spPr>
            <a:xfrm>
              <a:off x="1234135" y="3531762"/>
              <a:ext cx="152400" cy="154781"/>
            </a:xfrm>
            <a:prstGeom prst="downArrow">
              <a:avLst>
                <a:gd name="adj1" fmla="val 56249"/>
                <a:gd name="adj2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화살표: 아래쪽 160">
              <a:extLst>
                <a:ext uri="{FF2B5EF4-FFF2-40B4-BE49-F238E27FC236}">
                  <a16:creationId xmlns:a16="http://schemas.microsoft.com/office/drawing/2014/main" id="{0D87AF06-0E9A-4889-B013-11A5DC656510}"/>
                </a:ext>
              </a:extLst>
            </p:cNvPr>
            <p:cNvSpPr/>
            <p:nvPr/>
          </p:nvSpPr>
          <p:spPr>
            <a:xfrm>
              <a:off x="1234135" y="4661604"/>
              <a:ext cx="152400" cy="154781"/>
            </a:xfrm>
            <a:prstGeom prst="downArrow">
              <a:avLst>
                <a:gd name="adj1" fmla="val 56249"/>
                <a:gd name="adj2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화살표: 아래쪽 161">
              <a:extLst>
                <a:ext uri="{FF2B5EF4-FFF2-40B4-BE49-F238E27FC236}">
                  <a16:creationId xmlns:a16="http://schemas.microsoft.com/office/drawing/2014/main" id="{BE8C3110-FC00-40E4-907A-67ECE04C0E36}"/>
                </a:ext>
              </a:extLst>
            </p:cNvPr>
            <p:cNvSpPr/>
            <p:nvPr/>
          </p:nvSpPr>
          <p:spPr>
            <a:xfrm>
              <a:off x="1234135" y="5791447"/>
              <a:ext cx="152400" cy="154781"/>
            </a:xfrm>
            <a:prstGeom prst="downArrow">
              <a:avLst>
                <a:gd name="adj1" fmla="val 56249"/>
                <a:gd name="adj2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B5061F09-6E90-461D-91F2-321CCB62974F}"/>
                </a:ext>
              </a:extLst>
            </p:cNvPr>
            <p:cNvGrpSpPr/>
            <p:nvPr/>
          </p:nvGrpSpPr>
          <p:grpSpPr>
            <a:xfrm>
              <a:off x="1853734" y="3044230"/>
              <a:ext cx="464496" cy="3389529"/>
              <a:chOff x="1866900" y="3044230"/>
              <a:chExt cx="205740" cy="3389529"/>
            </a:xfrm>
          </p:grpSpPr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57589606-FFF4-4893-B2C7-53C736EC92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6900" y="3044230"/>
                <a:ext cx="20574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07FE3E77-8DF9-41B9-ACBE-859607A1A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6900" y="4174073"/>
                <a:ext cx="20574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F5F89323-F183-45E4-8D42-7E1708105B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6900" y="5303916"/>
                <a:ext cx="20574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0F8CECB6-BECA-4EFC-B33A-EF3EF0CC33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6900" y="6433759"/>
                <a:ext cx="20574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E7B0D83-A24F-44D8-8B9A-CFCB97E5B122}"/>
                </a:ext>
              </a:extLst>
            </p:cNvPr>
            <p:cNvSpPr txBox="1"/>
            <p:nvPr/>
          </p:nvSpPr>
          <p:spPr>
            <a:xfrm>
              <a:off x="1842199" y="3439874"/>
              <a:ext cx="371897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36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정고딕 B" panose="02020603020101020101" pitchFamily="18" charset="-127"/>
                  <a:ea typeface="Rix정고딕 B" panose="02020603020101020101" pitchFamily="18" charset="-127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1100" spc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STEP</a:t>
              </a:r>
              <a:br>
                <a:rPr lang="en-US" altLang="ko-KR" sz="1100" spc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en-US" altLang="ko-KR" sz="1100" spc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01</a:t>
              </a:r>
              <a:endParaRPr lang="ko-KR" altLang="en-US" sz="1100" spc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9737106-DD6D-4684-AC21-E0BAB4454D35}"/>
                </a:ext>
              </a:extLst>
            </p:cNvPr>
            <p:cNvSpPr txBox="1"/>
            <p:nvPr/>
          </p:nvSpPr>
          <p:spPr>
            <a:xfrm>
              <a:off x="1900034" y="4569717"/>
              <a:ext cx="371897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36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정고딕 B" panose="02020603020101020101" pitchFamily="18" charset="-127"/>
                  <a:ea typeface="Rix정고딕 B" panose="02020603020101020101" pitchFamily="18" charset="-127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1100" spc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STEP</a:t>
              </a:r>
              <a:br>
                <a:rPr lang="en-US" altLang="ko-KR" sz="1100" spc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en-US" altLang="ko-KR" sz="1100" spc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02</a:t>
              </a:r>
              <a:endParaRPr lang="ko-KR" altLang="en-US" sz="1100" spc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014BD66-098E-49FA-BA6F-8E72495F3715}"/>
                </a:ext>
              </a:extLst>
            </p:cNvPr>
            <p:cNvSpPr txBox="1"/>
            <p:nvPr/>
          </p:nvSpPr>
          <p:spPr>
            <a:xfrm>
              <a:off x="1900034" y="5699561"/>
              <a:ext cx="371897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36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정고딕 B" panose="02020603020101020101" pitchFamily="18" charset="-127"/>
                  <a:ea typeface="Rix정고딕 B" panose="02020603020101020101" pitchFamily="18" charset="-127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1100" spc="0" dirty="0">
                  <a:ln>
                    <a:noFill/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STEP</a:t>
              </a:r>
              <a:br>
                <a:rPr lang="en-US" altLang="ko-KR" sz="1100" spc="0" dirty="0">
                  <a:ln>
                    <a:noFill/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en-US" altLang="ko-KR" sz="1100" spc="0" dirty="0">
                  <a:ln>
                    <a:noFill/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03</a:t>
              </a:r>
              <a:endParaRPr lang="ko-KR" altLang="en-US" sz="1100" spc="0" dirty="0">
                <a:ln>
                  <a:noFill/>
                </a:ln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BDC2BD76-45F4-4D98-BD14-1AE50ABBED76}"/>
                </a:ext>
              </a:extLst>
            </p:cNvPr>
            <p:cNvGrpSpPr/>
            <p:nvPr/>
          </p:nvGrpSpPr>
          <p:grpSpPr>
            <a:xfrm>
              <a:off x="2422049" y="3071662"/>
              <a:ext cx="676751" cy="1075537"/>
              <a:chOff x="2422049" y="3071662"/>
              <a:chExt cx="676751" cy="1075537"/>
            </a:xfrm>
          </p:grpSpPr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AE44B2BF-DBE0-424A-BAE1-DB78E3FB08E8}"/>
                  </a:ext>
                </a:extLst>
              </p:cNvPr>
              <p:cNvSpPr/>
              <p:nvPr/>
            </p:nvSpPr>
            <p:spPr>
              <a:xfrm>
                <a:off x="2422049" y="3071662"/>
                <a:ext cx="676751" cy="1075537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1910AA18-41A9-4F70-80AD-E731E6143051}"/>
                  </a:ext>
                </a:extLst>
              </p:cNvPr>
              <p:cNvSpPr txBox="1"/>
              <p:nvPr/>
            </p:nvSpPr>
            <p:spPr>
              <a:xfrm>
                <a:off x="2663222" y="3524791"/>
                <a:ext cx="197169" cy="1692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36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정고딕 B" panose="02020603020101020101" pitchFamily="18" charset="-127"/>
                    <a:ea typeface="Rix정고딕 B" panose="02020603020101020101" pitchFamily="18" charset="-127"/>
                  </a:defRPr>
                </a:lvl1pPr>
                <a:lvl2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7162576C-5682-4E7F-9759-1DA3472708A3}"/>
                </a:ext>
              </a:extLst>
            </p:cNvPr>
            <p:cNvGrpSpPr/>
            <p:nvPr/>
          </p:nvGrpSpPr>
          <p:grpSpPr>
            <a:xfrm>
              <a:off x="2422049" y="4201226"/>
              <a:ext cx="676751" cy="1075537"/>
              <a:chOff x="2422049" y="4201226"/>
              <a:chExt cx="676751" cy="1075537"/>
            </a:xfrm>
          </p:grpSpPr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3D751E7F-9DA4-40EB-B197-4CC9E84DA211}"/>
                  </a:ext>
                </a:extLst>
              </p:cNvPr>
              <p:cNvSpPr/>
              <p:nvPr/>
            </p:nvSpPr>
            <p:spPr>
              <a:xfrm>
                <a:off x="2422049" y="4201226"/>
                <a:ext cx="676751" cy="1075537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A974904D-E16B-487C-AC58-B989BBC6A812}"/>
                  </a:ext>
                </a:extLst>
              </p:cNvPr>
              <p:cNvSpPr txBox="1"/>
              <p:nvPr/>
            </p:nvSpPr>
            <p:spPr>
              <a:xfrm>
                <a:off x="2663222" y="4654356"/>
                <a:ext cx="197169" cy="1692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36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정고딕 B" panose="02020603020101020101" pitchFamily="18" charset="-127"/>
                    <a:ea typeface="Rix정고딕 B" panose="02020603020101020101" pitchFamily="18" charset="-127"/>
                  </a:defRPr>
                </a:lvl1pPr>
                <a:lvl2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283C0677-46A9-4837-BF46-A98EFC25F67F}"/>
                </a:ext>
              </a:extLst>
            </p:cNvPr>
            <p:cNvGrpSpPr/>
            <p:nvPr/>
          </p:nvGrpSpPr>
          <p:grpSpPr>
            <a:xfrm>
              <a:off x="2422049" y="5330791"/>
              <a:ext cx="676751" cy="1075537"/>
              <a:chOff x="2422049" y="5330791"/>
              <a:chExt cx="676751" cy="1075537"/>
            </a:xfrm>
          </p:grpSpPr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F635C1D4-980E-465A-BE95-82E2045AA6B0}"/>
                  </a:ext>
                </a:extLst>
              </p:cNvPr>
              <p:cNvSpPr/>
              <p:nvPr/>
            </p:nvSpPr>
            <p:spPr>
              <a:xfrm>
                <a:off x="2422049" y="5330791"/>
                <a:ext cx="676751" cy="107553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97A97DC-ECED-4EA4-AFE3-CD86E31049C9}"/>
                  </a:ext>
                </a:extLst>
              </p:cNvPr>
              <p:cNvSpPr txBox="1"/>
              <p:nvPr/>
            </p:nvSpPr>
            <p:spPr>
              <a:xfrm>
                <a:off x="2672840" y="5783920"/>
                <a:ext cx="197169" cy="1692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36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정고딕 B" panose="02020603020101020101" pitchFamily="18" charset="-127"/>
                    <a:ea typeface="Rix정고딕 B" panose="02020603020101020101" pitchFamily="18" charset="-127"/>
                  </a:defRPr>
                </a:lvl1pPr>
                <a:lvl2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/>
                <a:r>
                  <a:rPr lang="en-US" altLang="ko-KR" sz="110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페이퍼로지 7 Bold" pitchFamily="2" charset="-127"/>
                    <a:ea typeface="페이퍼로지 7 Bold" pitchFamily="2" charset="-127"/>
                  </a:rPr>
                  <a:t>???</a:t>
                </a:r>
                <a:endParaRPr lang="ko-KR" altLang="en-US" sz="110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ED2A258-C369-48D0-B786-0C1C39199446}"/>
                </a:ext>
              </a:extLst>
            </p:cNvPr>
            <p:cNvSpPr txBox="1"/>
            <p:nvPr/>
          </p:nvSpPr>
          <p:spPr>
            <a:xfrm>
              <a:off x="3240900" y="3135625"/>
              <a:ext cx="3924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62000" lvl="2" indent="-162000" defTabSz="981700" fontAlgn="ctr">
                <a:spcBef>
                  <a:spcPts val="200"/>
                </a:spcBef>
                <a:spcAft>
                  <a:spcPts val="200"/>
                </a:spcAft>
                <a:buClr>
                  <a:srgbClr val="2451C7"/>
                </a:buClr>
                <a:buSzPct val="130000"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>
                  <a:tab pos="355600" algn="l"/>
                </a:tabLst>
                <a:defRPr/>
              </a:pPr>
              <a:r>
                <a:rPr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???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DC88D61-82AD-4B1B-A3AF-1899FC2F3146}"/>
                </a:ext>
              </a:extLst>
            </p:cNvPr>
            <p:cNvSpPr txBox="1"/>
            <p:nvPr/>
          </p:nvSpPr>
          <p:spPr>
            <a:xfrm>
              <a:off x="3240900" y="4263885"/>
              <a:ext cx="3924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62000" lvl="2" indent="-162000" defTabSz="981700" fontAlgn="ctr">
                <a:spcBef>
                  <a:spcPts val="200"/>
                </a:spcBef>
                <a:spcAft>
                  <a:spcPts val="200"/>
                </a:spcAft>
                <a:buClr>
                  <a:srgbClr val="2451C7"/>
                </a:buClr>
                <a:buSzPct val="130000"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>
                  <a:tab pos="355600" algn="l"/>
                </a:tabLst>
                <a:defRPr/>
              </a:pPr>
              <a:r>
                <a:rPr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???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AEBD89C-4BC6-4B6D-9CB1-A05663505DC6}"/>
                </a:ext>
              </a:extLst>
            </p:cNvPr>
            <p:cNvSpPr txBox="1"/>
            <p:nvPr/>
          </p:nvSpPr>
          <p:spPr>
            <a:xfrm>
              <a:off x="3240900" y="5364087"/>
              <a:ext cx="3924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62000" lvl="2" indent="-162000" defTabSz="981700" fontAlgn="ctr">
                <a:spcBef>
                  <a:spcPts val="200"/>
                </a:spcBef>
                <a:spcAft>
                  <a:spcPts val="200"/>
                </a:spcAft>
                <a:buClr>
                  <a:srgbClr val="2451C7"/>
                </a:buClr>
                <a:buSzPct val="130000"/>
                <a:buBlip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>
                  <a:tab pos="355600" algn="l"/>
                </a:tabLst>
                <a:defRPr/>
              </a:pPr>
              <a:r>
                <a:rPr lang="en-US" altLang="ko-KR" sz="1000" spc="-3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latin typeface="페이퍼로지 4 Regular" pitchFamily="2" charset="-127"/>
                  <a:ea typeface="페이퍼로지 4 Regular" pitchFamily="2" charset="-127"/>
                </a:rPr>
                <a:t>???</a:t>
              </a:r>
            </a:p>
          </p:txBody>
        </p: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5998E90B-011A-413D-827B-7AE8B0B7995B}"/>
                </a:ext>
              </a:extLst>
            </p:cNvPr>
            <p:cNvCxnSpPr>
              <a:cxnSpLocks/>
            </p:cNvCxnSpPr>
            <p:nvPr/>
          </p:nvCxnSpPr>
          <p:spPr>
            <a:xfrm>
              <a:off x="3141514" y="4174213"/>
              <a:ext cx="1849586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61DA23F8-2958-4E6F-AC70-EC29925F4AF1}"/>
                </a:ext>
              </a:extLst>
            </p:cNvPr>
            <p:cNvCxnSpPr>
              <a:cxnSpLocks/>
            </p:cNvCxnSpPr>
            <p:nvPr/>
          </p:nvCxnSpPr>
          <p:spPr>
            <a:xfrm>
              <a:off x="3141514" y="5303777"/>
              <a:ext cx="1849586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883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6. ??</a:t>
            </a:r>
            <a:endParaRPr lang="ko-KR" altLang="en-US" sz="2300" dirty="0">
              <a:solidFill>
                <a:schemeClr val="tx1"/>
              </a:solidFill>
              <a:latin typeface="페이퍼로지 8 ExtraBold" pitchFamily="2" charset="-127"/>
              <a:ea typeface="페이퍼로지 8 ExtraBold" pitchFamily="2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C5A44D-900E-4429-B606-9EA1F0181F7D}"/>
              </a:ext>
            </a:extLst>
          </p:cNvPr>
          <p:cNvGrpSpPr/>
          <p:nvPr/>
        </p:nvGrpSpPr>
        <p:grpSpPr>
          <a:xfrm>
            <a:off x="796114" y="2148296"/>
            <a:ext cx="9493709" cy="396000"/>
            <a:chOff x="604378" y="2217738"/>
            <a:chExt cx="9493709" cy="39600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372A4CF-C696-4AE9-B260-A7380D6DACCE}"/>
                </a:ext>
              </a:extLst>
            </p:cNvPr>
            <p:cNvGrpSpPr/>
            <p:nvPr/>
          </p:nvGrpSpPr>
          <p:grpSpPr>
            <a:xfrm>
              <a:off x="604378" y="2217738"/>
              <a:ext cx="9493709" cy="396000"/>
              <a:chOff x="1335887" y="5336893"/>
              <a:chExt cx="3819609" cy="333400"/>
            </a:xfrm>
          </p:grpSpPr>
          <p:sp>
            <p:nvSpPr>
              <p:cNvPr id="29" name="화살표: 오각형 28">
                <a:extLst>
                  <a:ext uri="{FF2B5EF4-FFF2-40B4-BE49-F238E27FC236}">
                    <a16:creationId xmlns:a16="http://schemas.microsoft.com/office/drawing/2014/main" id="{FFA3EB75-F706-4AF7-91B4-68E24563E4A6}"/>
                  </a:ext>
                </a:extLst>
              </p:cNvPr>
              <p:cNvSpPr/>
              <p:nvPr/>
            </p:nvSpPr>
            <p:spPr>
              <a:xfrm>
                <a:off x="4156943" y="5336893"/>
                <a:ext cx="998553" cy="333400"/>
              </a:xfrm>
              <a:prstGeom prst="homePlate">
                <a:avLst>
                  <a:gd name="adj" fmla="val 0"/>
                </a:avLst>
              </a:prstGeom>
              <a:solidFill>
                <a:srgbClr val="011C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defTabSz="1006231" latinLnBrk="1"/>
                <a:endParaRPr lang="ko-KR" altLang="en-US" sz="1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4 Regular" pitchFamily="2" charset="-127"/>
                  <a:ea typeface="프리젠테이션 4 Regular" pitchFamily="2" charset="-127"/>
                </a:endParaRPr>
              </a:p>
            </p:txBody>
          </p:sp>
          <p:sp>
            <p:nvSpPr>
              <p:cNvPr id="30" name="화살표: 오각형 29">
                <a:extLst>
                  <a:ext uri="{FF2B5EF4-FFF2-40B4-BE49-F238E27FC236}">
                    <a16:creationId xmlns:a16="http://schemas.microsoft.com/office/drawing/2014/main" id="{178C4342-E9F0-41F1-97ED-9076EFD7B88B}"/>
                  </a:ext>
                </a:extLst>
              </p:cNvPr>
              <p:cNvSpPr/>
              <p:nvPr/>
            </p:nvSpPr>
            <p:spPr>
              <a:xfrm>
                <a:off x="3216592" y="5336893"/>
                <a:ext cx="1108018" cy="333400"/>
              </a:xfrm>
              <a:prstGeom prst="homePlate">
                <a:avLst>
                  <a:gd name="adj" fmla="val 35248"/>
                </a:avLst>
              </a:prstGeom>
              <a:solidFill>
                <a:srgbClr val="7F7F7F"/>
              </a:solidFill>
              <a:ln>
                <a:noFill/>
              </a:ln>
              <a:effectLst>
                <a:outerShdw dist="50800" algn="tl" rotWithShape="0">
                  <a:schemeClr val="bg1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C52452">
                        <a:alpha val="0"/>
                      </a:srgbClr>
                    </a:solidFill>
                  </a:ln>
                </a:endParaRPr>
              </a:p>
            </p:txBody>
          </p:sp>
          <p:sp>
            <p:nvSpPr>
              <p:cNvPr id="31" name="화살표: 오각형 30">
                <a:extLst>
                  <a:ext uri="{FF2B5EF4-FFF2-40B4-BE49-F238E27FC236}">
                    <a16:creationId xmlns:a16="http://schemas.microsoft.com/office/drawing/2014/main" id="{C32D47F1-C0BF-4B62-AAAF-C0643C40E3EC}"/>
                  </a:ext>
                </a:extLst>
              </p:cNvPr>
              <p:cNvSpPr/>
              <p:nvPr/>
            </p:nvSpPr>
            <p:spPr>
              <a:xfrm>
                <a:off x="2276238" y="5336893"/>
                <a:ext cx="1063118" cy="333400"/>
              </a:xfrm>
              <a:prstGeom prst="homePlate">
                <a:avLst>
                  <a:gd name="adj" fmla="val 37172"/>
                </a:avLst>
              </a:prstGeom>
              <a:solidFill>
                <a:srgbClr val="7F7F7F"/>
              </a:solidFill>
              <a:ln>
                <a:noFill/>
              </a:ln>
              <a:effectLst>
                <a:outerShdw dist="50800" algn="tl" rotWithShape="0">
                  <a:schemeClr val="bg1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C52452">
                        <a:alpha val="0"/>
                      </a:srgbClr>
                    </a:solidFill>
                  </a:ln>
                </a:endParaRPr>
              </a:p>
            </p:txBody>
          </p:sp>
          <p:sp>
            <p:nvSpPr>
              <p:cNvPr id="32" name="화살표: 오각형 31">
                <a:extLst>
                  <a:ext uri="{FF2B5EF4-FFF2-40B4-BE49-F238E27FC236}">
                    <a16:creationId xmlns:a16="http://schemas.microsoft.com/office/drawing/2014/main" id="{F6DF0E6A-13E7-405C-ACE3-96BE1AB5B6D3}"/>
                  </a:ext>
                </a:extLst>
              </p:cNvPr>
              <p:cNvSpPr/>
              <p:nvPr/>
            </p:nvSpPr>
            <p:spPr>
              <a:xfrm>
                <a:off x="1335887" y="5336893"/>
                <a:ext cx="1020188" cy="333400"/>
              </a:xfrm>
              <a:prstGeom prst="homePlate">
                <a:avLst>
                  <a:gd name="adj" fmla="val 37172"/>
                </a:avLst>
              </a:prstGeom>
              <a:solidFill>
                <a:srgbClr val="7F7F7F"/>
              </a:solidFill>
              <a:ln>
                <a:noFill/>
              </a:ln>
              <a:effectLst>
                <a:outerShdw dist="50800" algn="tl" rotWithShape="0">
                  <a:schemeClr val="bg1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C52452">
                        <a:alpha val="0"/>
                      </a:srgbClr>
                    </a:solidFill>
                  </a:ln>
                </a:endParaRPr>
              </a:p>
            </p:txBody>
          </p:sp>
        </p:grpSp>
        <p:sp>
          <p:nvSpPr>
            <p:cNvPr id="25" name="사각형: 둥근 위쪽 모서리 201">
              <a:extLst>
                <a:ext uri="{FF2B5EF4-FFF2-40B4-BE49-F238E27FC236}">
                  <a16:creationId xmlns:a16="http://schemas.microsoft.com/office/drawing/2014/main" id="{9C085E27-8A96-4B61-A5AF-3BC824980117}"/>
                </a:ext>
              </a:extLst>
            </p:cNvPr>
            <p:cNvSpPr/>
            <p:nvPr/>
          </p:nvSpPr>
          <p:spPr>
            <a:xfrm>
              <a:off x="1543028" y="2292628"/>
              <a:ext cx="506549" cy="246221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6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6" name="사각형: 둥근 위쪽 모서리 201">
              <a:extLst>
                <a:ext uri="{FF2B5EF4-FFF2-40B4-BE49-F238E27FC236}">
                  <a16:creationId xmlns:a16="http://schemas.microsoft.com/office/drawing/2014/main" id="{6A500A94-4AAD-4820-BFE8-42F8E5CD7163}"/>
                </a:ext>
              </a:extLst>
            </p:cNvPr>
            <p:cNvSpPr/>
            <p:nvPr/>
          </p:nvSpPr>
          <p:spPr>
            <a:xfrm>
              <a:off x="4039786" y="2292628"/>
              <a:ext cx="506549" cy="246221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6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7" name="사각형: 둥근 위쪽 모서리 201">
              <a:extLst>
                <a:ext uri="{FF2B5EF4-FFF2-40B4-BE49-F238E27FC236}">
                  <a16:creationId xmlns:a16="http://schemas.microsoft.com/office/drawing/2014/main" id="{86F4F361-3FB0-4A55-B922-C41672E15B85}"/>
                </a:ext>
              </a:extLst>
            </p:cNvPr>
            <p:cNvSpPr/>
            <p:nvPr/>
          </p:nvSpPr>
          <p:spPr>
            <a:xfrm>
              <a:off x="6430272" y="2292628"/>
              <a:ext cx="506549" cy="246221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6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8" name="사각형: 둥근 위쪽 모서리 201">
              <a:extLst>
                <a:ext uri="{FF2B5EF4-FFF2-40B4-BE49-F238E27FC236}">
                  <a16:creationId xmlns:a16="http://schemas.microsoft.com/office/drawing/2014/main" id="{CC817414-4C07-4C40-B904-90EBBC628B16}"/>
                </a:ext>
              </a:extLst>
            </p:cNvPr>
            <p:cNvSpPr/>
            <p:nvPr/>
          </p:nvSpPr>
          <p:spPr>
            <a:xfrm>
              <a:off x="8807943" y="2292628"/>
              <a:ext cx="506549" cy="246221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C52452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페이퍼로지 7 Bold" pitchFamily="2" charset="-127"/>
                  <a:ea typeface="페이퍼로지 7 Bold" pitchFamily="2" charset="-127"/>
                </a:rPr>
                <a:t>????</a:t>
              </a:r>
              <a:endParaRPr lang="ko-KR" altLang="en-US" sz="16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CB33ABB-9B1D-4E53-80E9-8BC750EA18A0}"/>
              </a:ext>
            </a:extLst>
          </p:cNvPr>
          <p:cNvSpPr/>
          <p:nvPr/>
        </p:nvSpPr>
        <p:spPr>
          <a:xfrm>
            <a:off x="791042" y="2547929"/>
            <a:ext cx="2392960" cy="699987"/>
          </a:xfrm>
          <a:prstGeom prst="rect">
            <a:avLst/>
          </a:prstGeom>
          <a:solidFill>
            <a:srgbClr val="EAEAEA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441B9BC-B0DB-411D-8F61-515220F14211}"/>
              </a:ext>
            </a:extLst>
          </p:cNvPr>
          <p:cNvSpPr/>
          <p:nvPr/>
        </p:nvSpPr>
        <p:spPr>
          <a:xfrm>
            <a:off x="8150130" y="2547929"/>
            <a:ext cx="2134112" cy="699987"/>
          </a:xfrm>
          <a:prstGeom prst="rect">
            <a:avLst/>
          </a:prstGeom>
          <a:solidFill>
            <a:schemeClr val="accent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5B69414-5780-47EC-9733-76D18A7D5D95}"/>
              </a:ext>
            </a:extLst>
          </p:cNvPr>
          <p:cNvSpPr/>
          <p:nvPr/>
        </p:nvSpPr>
        <p:spPr>
          <a:xfrm>
            <a:off x="3244072" y="2547929"/>
            <a:ext cx="2392960" cy="699987"/>
          </a:xfrm>
          <a:prstGeom prst="rect">
            <a:avLst/>
          </a:prstGeom>
          <a:solidFill>
            <a:srgbClr val="EAEAEA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F28A6CF-4D21-4150-A66F-518A0968E9D4}"/>
              </a:ext>
            </a:extLst>
          </p:cNvPr>
          <p:cNvSpPr/>
          <p:nvPr/>
        </p:nvSpPr>
        <p:spPr>
          <a:xfrm>
            <a:off x="5697101" y="2547929"/>
            <a:ext cx="2392960" cy="699987"/>
          </a:xfrm>
          <a:prstGeom prst="rect">
            <a:avLst/>
          </a:prstGeom>
          <a:solidFill>
            <a:srgbClr val="EAEAEA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7" name="사각형: 둥근 위쪽 모서리 201">
            <a:extLst>
              <a:ext uri="{FF2B5EF4-FFF2-40B4-BE49-F238E27FC236}">
                <a16:creationId xmlns:a16="http://schemas.microsoft.com/office/drawing/2014/main" id="{D96869F4-6667-466C-BBD6-9B1C2EE23F90}"/>
              </a:ext>
            </a:extLst>
          </p:cNvPr>
          <p:cNvSpPr/>
          <p:nvPr/>
        </p:nvSpPr>
        <p:spPr>
          <a:xfrm>
            <a:off x="1801577" y="2805589"/>
            <a:ext cx="371897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2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8" name="사각형: 둥근 위쪽 모서리 201">
            <a:extLst>
              <a:ext uri="{FF2B5EF4-FFF2-40B4-BE49-F238E27FC236}">
                <a16:creationId xmlns:a16="http://schemas.microsoft.com/office/drawing/2014/main" id="{99D50C08-E9DF-493B-890B-52C8B406E44A}"/>
              </a:ext>
            </a:extLst>
          </p:cNvPr>
          <p:cNvSpPr/>
          <p:nvPr/>
        </p:nvSpPr>
        <p:spPr>
          <a:xfrm>
            <a:off x="4263330" y="2805589"/>
            <a:ext cx="371897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2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9" name="사각형: 둥근 위쪽 모서리 201">
            <a:extLst>
              <a:ext uri="{FF2B5EF4-FFF2-40B4-BE49-F238E27FC236}">
                <a16:creationId xmlns:a16="http://schemas.microsoft.com/office/drawing/2014/main" id="{18BB1F8E-E9F8-4F8B-BA47-930106048CF3}"/>
              </a:ext>
            </a:extLst>
          </p:cNvPr>
          <p:cNvSpPr/>
          <p:nvPr/>
        </p:nvSpPr>
        <p:spPr>
          <a:xfrm>
            <a:off x="6668114" y="2805589"/>
            <a:ext cx="371897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2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0" name="사각형: 둥근 위쪽 모서리 201">
            <a:extLst>
              <a:ext uri="{FF2B5EF4-FFF2-40B4-BE49-F238E27FC236}">
                <a16:creationId xmlns:a16="http://schemas.microsoft.com/office/drawing/2014/main" id="{7E30E110-16CE-45B5-8F2A-0EC3A8E36A1C}"/>
              </a:ext>
            </a:extLst>
          </p:cNvPr>
          <p:cNvSpPr/>
          <p:nvPr/>
        </p:nvSpPr>
        <p:spPr>
          <a:xfrm>
            <a:off x="9036526" y="2805588"/>
            <a:ext cx="371897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ctr">
              <a:spcAft>
                <a:spcPts val="300"/>
              </a:spcAft>
              <a:defRPr/>
            </a:pPr>
            <a:r>
              <a:rPr lang="en-US" altLang="ko-KR" sz="1200" spc="-50" dirty="0">
                <a:ln>
                  <a:solidFill>
                    <a:srgbClr val="C52452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rPr>
              <a:t>????</a:t>
            </a:r>
            <a:endParaRPr lang="ko-KR" altLang="en-US" sz="1200" spc="-50" dirty="0">
              <a:ln>
                <a:solidFill>
                  <a:srgbClr val="C52452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CD13474-610B-406B-9BC8-BE7EEE6A31F2}"/>
              </a:ext>
            </a:extLst>
          </p:cNvPr>
          <p:cNvGrpSpPr/>
          <p:nvPr/>
        </p:nvGrpSpPr>
        <p:grpSpPr>
          <a:xfrm rot="5400000">
            <a:off x="1853387" y="3162330"/>
            <a:ext cx="268271" cy="265069"/>
            <a:chOff x="3577025" y="2465622"/>
            <a:chExt cx="295098" cy="291576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5C21630-D788-42CA-98A9-8DB20117A781}"/>
                </a:ext>
              </a:extLst>
            </p:cNvPr>
            <p:cNvSpPr/>
            <p:nvPr/>
          </p:nvSpPr>
          <p:spPr>
            <a:xfrm rot="10800000">
              <a:off x="3577025" y="2465622"/>
              <a:ext cx="295098" cy="291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C52452">
                      <a:alpha val="0"/>
                    </a:srgbClr>
                  </a:solidFill>
                </a:ln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90E985A-56CB-4BA3-A01A-42C1566D0D06}"/>
                </a:ext>
              </a:extLst>
            </p:cNvPr>
            <p:cNvGrpSpPr/>
            <p:nvPr/>
          </p:nvGrpSpPr>
          <p:grpSpPr>
            <a:xfrm>
              <a:off x="3657838" y="2538249"/>
              <a:ext cx="163651" cy="146323"/>
              <a:chOff x="20824404" y="9737288"/>
              <a:chExt cx="1018875" cy="922015"/>
            </a:xfrm>
          </p:grpSpPr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F0ACA228-7E5A-482B-9C04-DDAF0AD28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24404" y="9737288"/>
                <a:ext cx="1003970" cy="922015"/>
              </a:xfrm>
              <a:prstGeom prst="rect">
                <a:avLst/>
              </a:prstGeom>
            </p:spPr>
          </p:pic>
          <p:pic>
            <p:nvPicPr>
              <p:cNvPr id="46" name="그래픽 45">
                <a:extLst>
                  <a:ext uri="{FF2B5EF4-FFF2-40B4-BE49-F238E27FC236}">
                    <a16:creationId xmlns:a16="http://schemas.microsoft.com/office/drawing/2014/main" id="{A8B8D4A9-0E8E-4D88-BB9A-7BCFFC1DD6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39309" y="9737288"/>
                <a:ext cx="1003970" cy="922015"/>
              </a:xfrm>
              <a:prstGeom prst="rect">
                <a:avLst/>
              </a:prstGeom>
            </p:spPr>
          </p:pic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4AB025-7D79-45AF-B461-2A672992F060}"/>
              </a:ext>
            </a:extLst>
          </p:cNvPr>
          <p:cNvGrpSpPr/>
          <p:nvPr/>
        </p:nvGrpSpPr>
        <p:grpSpPr>
          <a:xfrm rot="5400000">
            <a:off x="4306417" y="3162330"/>
            <a:ext cx="268271" cy="265069"/>
            <a:chOff x="3577025" y="2465622"/>
            <a:chExt cx="295098" cy="291576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2FB7B81-40EF-415A-AFFD-DFDAC666BDFD}"/>
                </a:ext>
              </a:extLst>
            </p:cNvPr>
            <p:cNvSpPr/>
            <p:nvPr/>
          </p:nvSpPr>
          <p:spPr>
            <a:xfrm rot="10800000">
              <a:off x="3577025" y="2465622"/>
              <a:ext cx="295098" cy="291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C52452">
                      <a:alpha val="0"/>
                    </a:srgbClr>
                  </a:solidFill>
                </a:ln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DE136C0-99C8-4F29-AA0D-564F5F09FDBA}"/>
                </a:ext>
              </a:extLst>
            </p:cNvPr>
            <p:cNvGrpSpPr/>
            <p:nvPr/>
          </p:nvGrpSpPr>
          <p:grpSpPr>
            <a:xfrm>
              <a:off x="3657838" y="2538249"/>
              <a:ext cx="163651" cy="146323"/>
              <a:chOff x="20824404" y="9737288"/>
              <a:chExt cx="1018875" cy="922015"/>
            </a:xfrm>
          </p:grpSpPr>
          <p:pic>
            <p:nvPicPr>
              <p:cNvPr id="50" name="그래픽 49">
                <a:extLst>
                  <a:ext uri="{FF2B5EF4-FFF2-40B4-BE49-F238E27FC236}">
                    <a16:creationId xmlns:a16="http://schemas.microsoft.com/office/drawing/2014/main" id="{095C21A1-158B-42FC-BAD8-82DAC67C3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24404" y="9737288"/>
                <a:ext cx="1003970" cy="922015"/>
              </a:xfrm>
              <a:prstGeom prst="rect">
                <a:avLst/>
              </a:prstGeom>
            </p:spPr>
          </p:pic>
          <p:pic>
            <p:nvPicPr>
              <p:cNvPr id="51" name="그래픽 50">
                <a:extLst>
                  <a:ext uri="{FF2B5EF4-FFF2-40B4-BE49-F238E27FC236}">
                    <a16:creationId xmlns:a16="http://schemas.microsoft.com/office/drawing/2014/main" id="{FE6BDE68-D563-4145-ACDE-D96921D2A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39309" y="9737288"/>
                <a:ext cx="1003970" cy="922015"/>
              </a:xfrm>
              <a:prstGeom prst="rect">
                <a:avLst/>
              </a:prstGeom>
            </p:spPr>
          </p:pic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4F5AB78-4C6F-4D13-B1B1-51D8F988E2AB}"/>
              </a:ext>
            </a:extLst>
          </p:cNvPr>
          <p:cNvGrpSpPr/>
          <p:nvPr/>
        </p:nvGrpSpPr>
        <p:grpSpPr>
          <a:xfrm rot="5400000">
            <a:off x="6759446" y="3162330"/>
            <a:ext cx="268271" cy="265069"/>
            <a:chOff x="3577025" y="2465622"/>
            <a:chExt cx="295098" cy="291576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28B10A25-D27F-4BC0-9821-E9D5D7FB17AB}"/>
                </a:ext>
              </a:extLst>
            </p:cNvPr>
            <p:cNvSpPr/>
            <p:nvPr/>
          </p:nvSpPr>
          <p:spPr>
            <a:xfrm rot="10800000">
              <a:off x="3577025" y="2465622"/>
              <a:ext cx="295098" cy="291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C52452">
                      <a:alpha val="0"/>
                    </a:srgbClr>
                  </a:solidFill>
                </a:ln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8A27F9C-AEE7-4ADF-924B-BDE940CF3AFD}"/>
                </a:ext>
              </a:extLst>
            </p:cNvPr>
            <p:cNvGrpSpPr/>
            <p:nvPr/>
          </p:nvGrpSpPr>
          <p:grpSpPr>
            <a:xfrm>
              <a:off x="3657838" y="2538249"/>
              <a:ext cx="163651" cy="146323"/>
              <a:chOff x="20824404" y="9737288"/>
              <a:chExt cx="1018875" cy="922015"/>
            </a:xfrm>
          </p:grpSpPr>
          <p:pic>
            <p:nvPicPr>
              <p:cNvPr id="55" name="그래픽 54">
                <a:extLst>
                  <a:ext uri="{FF2B5EF4-FFF2-40B4-BE49-F238E27FC236}">
                    <a16:creationId xmlns:a16="http://schemas.microsoft.com/office/drawing/2014/main" id="{D875C7BA-8D88-4936-B99F-39ED2AB97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24404" y="9737288"/>
                <a:ext cx="1003970" cy="922015"/>
              </a:xfrm>
              <a:prstGeom prst="rect">
                <a:avLst/>
              </a:prstGeom>
            </p:spPr>
          </p:pic>
          <p:pic>
            <p:nvPicPr>
              <p:cNvPr id="56" name="그래픽 55">
                <a:extLst>
                  <a:ext uri="{FF2B5EF4-FFF2-40B4-BE49-F238E27FC236}">
                    <a16:creationId xmlns:a16="http://schemas.microsoft.com/office/drawing/2014/main" id="{D9D6AE48-C51B-41C5-BFF5-03DC05444F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39309" y="9737288"/>
                <a:ext cx="1003970" cy="922015"/>
              </a:xfrm>
              <a:prstGeom prst="rect">
                <a:avLst/>
              </a:prstGeom>
            </p:spPr>
          </p:pic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DF0579B-B064-4197-8F93-B8ADC0D875BF}"/>
              </a:ext>
            </a:extLst>
          </p:cNvPr>
          <p:cNvGrpSpPr/>
          <p:nvPr/>
        </p:nvGrpSpPr>
        <p:grpSpPr>
          <a:xfrm rot="5400000">
            <a:off x="9083051" y="3162330"/>
            <a:ext cx="268271" cy="265069"/>
            <a:chOff x="3577025" y="2465622"/>
            <a:chExt cx="295098" cy="291576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26AB7861-B22E-41A2-96EB-76B2B0679E8F}"/>
                </a:ext>
              </a:extLst>
            </p:cNvPr>
            <p:cNvSpPr/>
            <p:nvPr/>
          </p:nvSpPr>
          <p:spPr>
            <a:xfrm rot="10800000">
              <a:off x="3577025" y="2465622"/>
              <a:ext cx="295098" cy="291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C52452">
                      <a:alpha val="0"/>
                    </a:srgbClr>
                  </a:solidFill>
                </a:ln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FFA096A0-F198-4F80-AAED-F987B7386DFA}"/>
                </a:ext>
              </a:extLst>
            </p:cNvPr>
            <p:cNvGrpSpPr/>
            <p:nvPr/>
          </p:nvGrpSpPr>
          <p:grpSpPr>
            <a:xfrm>
              <a:off x="3657838" y="2538249"/>
              <a:ext cx="163651" cy="146323"/>
              <a:chOff x="20824404" y="9737288"/>
              <a:chExt cx="1018875" cy="922015"/>
            </a:xfrm>
          </p:grpSpPr>
          <p:pic>
            <p:nvPicPr>
              <p:cNvPr id="60" name="그래픽 59">
                <a:extLst>
                  <a:ext uri="{FF2B5EF4-FFF2-40B4-BE49-F238E27FC236}">
                    <a16:creationId xmlns:a16="http://schemas.microsoft.com/office/drawing/2014/main" id="{445AC6D2-79E0-4A30-A55A-ECAB0F4E2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24404" y="9737288"/>
                <a:ext cx="1003970" cy="922015"/>
              </a:xfrm>
              <a:prstGeom prst="rect">
                <a:avLst/>
              </a:prstGeom>
            </p:spPr>
          </p:pic>
          <p:pic>
            <p:nvPicPr>
              <p:cNvPr id="61" name="그래픽 60">
                <a:extLst>
                  <a:ext uri="{FF2B5EF4-FFF2-40B4-BE49-F238E27FC236}">
                    <a16:creationId xmlns:a16="http://schemas.microsoft.com/office/drawing/2014/main" id="{9253B516-93C5-4BA9-9584-D46ACF856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39309" y="9737288"/>
                <a:ext cx="1003970" cy="92201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6065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그룹 91">
            <a:extLst>
              <a:ext uri="{FF2B5EF4-FFF2-40B4-BE49-F238E27FC236}">
                <a16:creationId xmlns:a16="http://schemas.microsoft.com/office/drawing/2014/main" id="{D81BEB5D-65DB-4999-86E9-00F952D4A8BE}"/>
              </a:ext>
            </a:extLst>
          </p:cNvPr>
          <p:cNvGrpSpPr/>
          <p:nvPr/>
        </p:nvGrpSpPr>
        <p:grpSpPr>
          <a:xfrm>
            <a:off x="1011715" y="1624334"/>
            <a:ext cx="3606955" cy="599826"/>
            <a:chOff x="324110" y="326612"/>
            <a:chExt cx="3606955" cy="599826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C89DA7C-5DDD-4B74-B786-63130F1B2172}"/>
                </a:ext>
              </a:extLst>
            </p:cNvPr>
            <p:cNvSpPr/>
            <p:nvPr userDrawn="1"/>
          </p:nvSpPr>
          <p:spPr>
            <a:xfrm>
              <a:off x="324110" y="526328"/>
              <a:ext cx="281116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20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CONTENTS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7FABB9F-6CA2-45F0-96BE-2AD479A94F4E}"/>
                </a:ext>
              </a:extLst>
            </p:cNvPr>
            <p:cNvSpPr/>
            <p:nvPr userDrawn="1"/>
          </p:nvSpPr>
          <p:spPr>
            <a:xfrm>
              <a:off x="347319" y="326612"/>
              <a:ext cx="358374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2026</a:t>
              </a:r>
              <a:r>
                <a:rPr lang="ko-KR" altLang="en-US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년 상반기 세종지사 사내프로젝트 발표</a:t>
              </a:r>
              <a:endParaRPr lang="en-US" altLang="ko-KR" sz="900" dirty="0">
                <a:ln w="3175">
                  <a:solidFill>
                    <a:schemeClr val="bg1">
                      <a:alpha val="20000"/>
                    </a:schemeClr>
                  </a:solidFill>
                </a:ln>
                <a:latin typeface="페이퍼로지 3 Light" pitchFamily="2" charset="-127"/>
                <a:ea typeface="페이퍼로지 3 Light" pitchFamily="2" charset="-127"/>
              </a:endParaRPr>
            </a:p>
          </p:txBody>
        </p: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FF61AEB-20FA-4E3E-A5D0-8E792EC19DB8}"/>
              </a:ext>
            </a:extLst>
          </p:cNvPr>
          <p:cNvSpPr/>
          <p:nvPr/>
        </p:nvSpPr>
        <p:spPr>
          <a:xfrm>
            <a:off x="2325999" y="3360863"/>
            <a:ext cx="2258311" cy="175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 err="1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세부목차</a:t>
            </a: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500" dirty="0" err="1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각파트별</a:t>
            </a: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 기입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F7BE38B-5BF2-449D-8490-9C90A1CFB7EF}"/>
              </a:ext>
            </a:extLst>
          </p:cNvPr>
          <p:cNvSpPr/>
          <p:nvPr/>
        </p:nvSpPr>
        <p:spPr>
          <a:xfrm>
            <a:off x="2283252" y="2469346"/>
            <a:ext cx="5423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프로젝트 </a:t>
            </a:r>
            <a:r>
              <a:rPr lang="ko-KR" altLang="en-US" sz="3600" dirty="0" err="1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각파트</a:t>
            </a:r>
            <a:r>
              <a:rPr lang="ko-KR" altLang="en-US" sz="36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 주제 기입</a:t>
            </a:r>
            <a:endParaRPr lang="en-US" altLang="ko-KR" sz="3600" dirty="0">
              <a:ln w="3175">
                <a:noFill/>
              </a:ln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2C549E2-DC3A-4D8A-9846-B247090A1692}"/>
              </a:ext>
            </a:extLst>
          </p:cNvPr>
          <p:cNvSpPr/>
          <p:nvPr/>
        </p:nvSpPr>
        <p:spPr>
          <a:xfrm>
            <a:off x="1316770" y="2423876"/>
            <a:ext cx="1009229" cy="76944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44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4071499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그룹 91">
            <a:extLst>
              <a:ext uri="{FF2B5EF4-FFF2-40B4-BE49-F238E27FC236}">
                <a16:creationId xmlns:a16="http://schemas.microsoft.com/office/drawing/2014/main" id="{D81BEB5D-65DB-4999-86E9-00F952D4A8BE}"/>
              </a:ext>
            </a:extLst>
          </p:cNvPr>
          <p:cNvGrpSpPr/>
          <p:nvPr/>
        </p:nvGrpSpPr>
        <p:grpSpPr>
          <a:xfrm>
            <a:off x="1011715" y="1624334"/>
            <a:ext cx="3606955" cy="599826"/>
            <a:chOff x="324110" y="326612"/>
            <a:chExt cx="3606955" cy="599826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C89DA7C-5DDD-4B74-B786-63130F1B2172}"/>
                </a:ext>
              </a:extLst>
            </p:cNvPr>
            <p:cNvSpPr/>
            <p:nvPr userDrawn="1"/>
          </p:nvSpPr>
          <p:spPr>
            <a:xfrm>
              <a:off x="324110" y="526328"/>
              <a:ext cx="281116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20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CONTENTS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7FABB9F-6CA2-45F0-96BE-2AD479A94F4E}"/>
                </a:ext>
              </a:extLst>
            </p:cNvPr>
            <p:cNvSpPr/>
            <p:nvPr userDrawn="1"/>
          </p:nvSpPr>
          <p:spPr>
            <a:xfrm>
              <a:off x="347319" y="326612"/>
              <a:ext cx="358374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2026</a:t>
              </a:r>
              <a:r>
                <a:rPr lang="ko-KR" altLang="en-US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년 상반기 세종지사 사내프로젝트 발표</a:t>
              </a:r>
              <a:endParaRPr lang="en-US" altLang="ko-KR" sz="900" dirty="0">
                <a:ln w="3175">
                  <a:solidFill>
                    <a:schemeClr val="bg1">
                      <a:alpha val="20000"/>
                    </a:schemeClr>
                  </a:solidFill>
                </a:ln>
                <a:latin typeface="페이퍼로지 3 Light" pitchFamily="2" charset="-127"/>
                <a:ea typeface="페이퍼로지 3 Light" pitchFamily="2" charset="-127"/>
              </a:endParaRPr>
            </a:p>
          </p:txBody>
        </p: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FF61AEB-20FA-4E3E-A5D0-8E792EC19DB8}"/>
              </a:ext>
            </a:extLst>
          </p:cNvPr>
          <p:cNvSpPr/>
          <p:nvPr/>
        </p:nvSpPr>
        <p:spPr>
          <a:xfrm>
            <a:off x="2325999" y="3360863"/>
            <a:ext cx="2258311" cy="175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 err="1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세부목차</a:t>
            </a: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500" dirty="0" err="1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각파트별</a:t>
            </a: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 기입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???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F7BE38B-5BF2-449D-8490-9C90A1CFB7EF}"/>
              </a:ext>
            </a:extLst>
          </p:cNvPr>
          <p:cNvSpPr/>
          <p:nvPr/>
        </p:nvSpPr>
        <p:spPr>
          <a:xfrm>
            <a:off x="2283252" y="2469346"/>
            <a:ext cx="5423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프로젝트 </a:t>
            </a:r>
            <a:r>
              <a:rPr lang="ko-KR" altLang="en-US" sz="3600" dirty="0" err="1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각파트</a:t>
            </a:r>
            <a:r>
              <a:rPr lang="ko-KR" altLang="en-US" sz="36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 주제 기입</a:t>
            </a:r>
            <a:endParaRPr lang="en-US" altLang="ko-KR" sz="3600" dirty="0">
              <a:ln w="3175">
                <a:noFill/>
              </a:ln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2C549E2-DC3A-4D8A-9846-B247090A1692}"/>
              </a:ext>
            </a:extLst>
          </p:cNvPr>
          <p:cNvSpPr/>
          <p:nvPr/>
        </p:nvSpPr>
        <p:spPr>
          <a:xfrm>
            <a:off x="1316770" y="2423876"/>
            <a:ext cx="1009229" cy="76944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44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Ⅲ</a:t>
            </a:r>
          </a:p>
        </p:txBody>
      </p:sp>
    </p:spTree>
    <p:extLst>
      <p:ext uri="{BB962C8B-B14F-4D97-AF65-F5344CB8AC3E}">
        <p14:creationId xmlns:p14="http://schemas.microsoft.com/office/powerpoint/2010/main" val="3937765223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1114</TotalTime>
  <Words>843</Words>
  <Application>Microsoft Office PowerPoint</Application>
  <PresentationFormat>와이드스크린</PresentationFormat>
  <Paragraphs>284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35" baseType="lpstr">
      <vt:lpstr>KoPubWorld돋움체_Pro Bold</vt:lpstr>
      <vt:lpstr>KoPub돋움체 Medium</vt:lpstr>
      <vt:lpstr>Pretendard SemiBold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Arial</vt:lpstr>
      <vt:lpstr>Calibri</vt:lpstr>
      <vt:lpstr>Century Schoolbook</vt:lpstr>
      <vt:lpstr>IrisUPC</vt:lpstr>
      <vt:lpstr>Wingdings 2</vt:lpstr>
      <vt:lpstr>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1408</dc:creator>
  <cp:lastModifiedBy>choiyongwook</cp:lastModifiedBy>
  <cp:revision>80</cp:revision>
  <cp:lastPrinted>2026-06-12T04:08:39Z</cp:lastPrinted>
  <dcterms:created xsi:type="dcterms:W3CDTF">2026-06-12T00:53:11Z</dcterms:created>
  <dcterms:modified xsi:type="dcterms:W3CDTF">2026-06-16T09:06:11Z</dcterms:modified>
</cp:coreProperties>
</file>