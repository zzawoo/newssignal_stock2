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향후계획 — 기대 효과 및 향후 발전 방향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7665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구현(수집·분석 분리 · 종목 상세 모달 · 섹터 매핑 정제 · 기간 필터 · KIS 자가치유) 기준 재정리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3931920" cy="365760"/>
          </a:xfrm>
          <a:prstGeom prst="rect">
            <a:avLst/>
          </a:prstGeom>
          <a:solidFill>
            <a:srgbClr val="0037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00600" y="987552"/>
            <a:ext cx="393192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발전 방향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업무·조직 효과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591056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" y="155448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 향상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" y="176479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뉴스·시황 확인 시간 절감, 호재·악재 자동 분류·요약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002536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0664" y="196596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의사결정 지원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" y="217627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호재·악재·영향도 점수와 섹터 시그널로 판단 근거 제공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2414016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237744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프로젝트 활용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0664" y="258775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스터디·시장 모니터링·리서치·종목 발굴에 활용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역량·스킬 성장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" y="3072384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0664" y="303580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개발 역량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" y="324612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Servlet·JSP·JS·MariaDB 백엔드~프론트 직접 구현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3483864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0664" y="344728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API 연동 실무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" y="365760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KIS·DART·네이버 인증·토큰·캐싱·호출한도 대응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3895344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" y="385876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AI·LLM 활용 능력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" y="406908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설계·JSON 강제 출력·배치 분석·provider 전환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9768" y="4306824"/>
            <a:ext cx="237744" cy="237744"/>
          </a:xfrm>
          <a:prstGeom prst="ellipse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0664" y="427024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파이프라인·문제해결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0664" y="448056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수집–중복제거–유사그룹화–분석–표출 설계 + 실전 디버깅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18888" y="148132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품질 고도화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181965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유사도: 제목 Jaccard → 임베딩·TF-IDF (의미 기반 그룹화)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호재·악재: few-shot 채점 루브릭으로 점수 일관성 향상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모델: 경량+상위 2단계 하이브리드, 저신뢰 건 재분석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18888" y="235000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정확도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26883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섹터·종목 매핑 큐레이션 마스터 + 관리자 CRUD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누락 지표(목표가·배당) 외부 소스 연동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섹터 태그 단일 소스 정규화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321868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알림·자동화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55701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분석 자동 스케줄(한도 가드·재시도) + 신선도 표시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관심 종목 급변·영향도 임계 시 메일·푸시 알림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일·주 요약 리포트 자동 발송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18888" y="4087368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376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37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개인화·운영·확장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442569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로그인 + 관심 키워드/종목 관리·개인화 대시보드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API 키 외부화·CI/CD·스케줄러 모니터링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종목별 호재/악재 타임라인·신호 기반 백테스트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2026-06-17T02:01:50Z</dcterms:created>
  <dcterms:modified xsi:type="dcterms:W3CDTF">2026-06-17T02:01:50Z</dcterms:modified>
</cp:coreProperties>
</file>